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17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64" r:id="rId2"/>
    <p:sldId id="465" r:id="rId3"/>
    <p:sldId id="466" r:id="rId4"/>
    <p:sldId id="467" r:id="rId5"/>
    <p:sldId id="468" r:id="rId6"/>
    <p:sldId id="469" r:id="rId7"/>
    <p:sldId id="470" r:id="rId8"/>
    <p:sldId id="471" r:id="rId9"/>
    <p:sldId id="475" r:id="rId10"/>
    <p:sldId id="472" r:id="rId11"/>
    <p:sldId id="473" r:id="rId12"/>
    <p:sldId id="474" r:id="rId13"/>
  </p:sldIdLst>
  <p:sldSz cx="12192000" cy="6858000"/>
  <p:notesSz cx="6858000" cy="9144000"/>
  <p:embeddedFontLst>
    <p:embeddedFont>
      <p:font typeface="Dana DemiBold" panose="020B0604020202020204" charset="-78"/>
      <p:bold r:id="rId16"/>
    </p:embeddedFont>
    <p:embeddedFont>
      <p:font typeface="Dana ExtraBold" panose="020B0604020202020204" charset="-78"/>
      <p:bold r:id="rId17"/>
    </p:embeddedFont>
    <p:embeddedFont>
      <p:font typeface="IRANYekan" panose="020B0604020202020204" charset="-78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19"/>
    <a:srgbClr val="D0640A"/>
    <a:srgbClr val="FF962D"/>
    <a:srgbClr val="FFB469"/>
    <a:srgbClr val="FFA953"/>
    <a:srgbClr val="C6690D"/>
    <a:srgbClr val="E1780E"/>
    <a:srgbClr val="DC750E"/>
    <a:srgbClr val="D16F0D"/>
    <a:srgbClr val="9E5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6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036751-567D-47AA-8C81-CB94BCC5E0E8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70E92D-FEF4-4FD9-8F9E-4406BDD109CD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تشخیص کارت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226FEF2A-8F04-494B-AC1F-21C350E76BD7}" type="parTrans" cxnId="{64DF8C89-3425-4D77-B378-F00E2A1F4F80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40E511D5-CAAA-4312-904D-D9E2116E2383}" type="sibTrans" cxnId="{64DF8C89-3425-4D77-B378-F00E2A1F4F80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4CBDA574-A22B-42A6-8EC7-5D26AA41EE8B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YOLO</a:t>
          </a:r>
        </a:p>
      </dgm:t>
    </dgm:pt>
    <dgm:pt modelId="{1DD848EA-BA57-45C6-97EF-EB43E1D3C8E8}" type="parTrans" cxnId="{E88FDA33-3625-4C71-A734-DF4EED48E494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07614FDD-E691-4B45-8C9E-686370BC160A}" type="sibTrans" cxnId="{E88FDA33-3625-4C71-A734-DF4EED48E494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AE2DF62D-E778-4AAA-BC85-FEF591F3BF2E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عملیات روی تصویر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06ADF5D7-2BFC-4A50-9C83-BD8C8511E566}" type="parTrans" cxnId="{DE849003-FDD8-4F55-A004-648A29D272FB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F656B468-4377-438B-B115-2E9929A4248C}" type="sibTrans" cxnId="{DE849003-FDD8-4F55-A004-648A29D272FB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82CEBCF3-4AA5-4DAA-A5AD-2D0ED9ED8338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Rotation</a:t>
          </a:r>
        </a:p>
      </dgm:t>
    </dgm:pt>
    <dgm:pt modelId="{9EF16E92-0ECD-4653-A6DB-F0A26B7E6DBE}" type="parTrans" cxnId="{B274D808-0660-43C8-8855-7FACEC0BA832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3DEEC5FC-D65C-4E4C-B8E2-D52DDAB4D71C}" type="sibTrans" cxnId="{B274D808-0660-43C8-8855-7FACEC0BA832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A60EBFB1-32EA-4EE4-A9CA-192E6C3EE18A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تشخیص فیلد های اطلاعاتی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C3DFD565-1238-4533-9235-C1F67D07B5AB}" type="parTrans" cxnId="{02A81591-0173-420F-9D08-61A35F600F68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83A294AC-B1DE-4992-9254-2F7DB22B6878}" type="sibTrans" cxnId="{02A81591-0173-420F-9D08-61A35F600F68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EA3067CC-923D-4F14-8657-9C56C2102AD1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YOLO</a:t>
          </a:r>
        </a:p>
      </dgm:t>
    </dgm:pt>
    <dgm:pt modelId="{29092967-8E72-42C5-8658-3244079CB9E0}" type="parTrans" cxnId="{050624E4-E27C-4993-B5BE-0E3B97C6D816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FD275DF4-AA49-41B1-B7F6-342F5F93206B}" type="sibTrans" cxnId="{050624E4-E27C-4993-B5BE-0E3B97C6D816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11FED73C-F641-4001-BB4F-CAE0ACEC4236}">
      <dgm:prSet phldrT="[Text]"/>
      <dgm:spPr/>
      <dgm:t>
        <a:bodyPr/>
        <a:lstStyle/>
        <a:p>
          <a:r>
            <a:rPr lang="en-US" dirty="0">
              <a:latin typeface="Dana DemiBold" panose="020B0604020202020204" charset="-78"/>
              <a:cs typeface="Dana DemiBold" panose="020B0604020202020204" charset="-78"/>
            </a:rPr>
            <a:t>OCR</a:t>
          </a:r>
        </a:p>
      </dgm:t>
    </dgm:pt>
    <dgm:pt modelId="{75AD5DE1-1CA8-455F-8FEE-74A01ADBF3F4}" type="parTrans" cxnId="{006AFAB2-FBBD-470A-81A2-598FA99E3003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DC2B7A77-7285-4BAB-9307-5A08D9E484B3}" type="sibTrans" cxnId="{006AFAB2-FBBD-470A-81A2-598FA99E3003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30C2ADC2-D5BD-4B2C-940E-6A453EE4771E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Segmentation</a:t>
          </a:r>
        </a:p>
      </dgm:t>
    </dgm:pt>
    <dgm:pt modelId="{21914E70-4C02-4DD4-BFC6-6B8401C880E0}" type="parTrans" cxnId="{DA937F4F-91E0-412A-91BA-717B87F62466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E924C25F-9484-454C-AC51-B7DD75E738BE}" type="sibTrans" cxnId="{DA937F4F-91E0-412A-91BA-717B87F62466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D2DB4854-BDEF-413E-8A6F-D05BD4E9311B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Perspective</a:t>
          </a:r>
        </a:p>
      </dgm:t>
    </dgm:pt>
    <dgm:pt modelId="{6B0CDBA5-EB5D-4F3B-8A23-C193F71E8845}" type="parTrans" cxnId="{59DF73CF-3FFD-4761-A3CE-E51A4FB78EFC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F741A885-8203-43B7-BDFB-3937B950C070}" type="sibTrans" cxnId="{59DF73CF-3FFD-4761-A3CE-E51A4FB78EFC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D7F6DA47-1ABB-494C-90E7-EDEB603614CC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Hezar</a:t>
          </a:r>
        </a:p>
      </dgm:t>
    </dgm:pt>
    <dgm:pt modelId="{9E301B64-351C-4034-A3A8-E41F5189D921}" type="parTrans" cxnId="{F8A140CA-AB32-4455-BB06-AC47ED20F54E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C2607E10-4EF5-4C69-939F-3BBB49C0F04C}" type="sibTrans" cxnId="{F8A140CA-AB32-4455-BB06-AC47ED20F54E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0966C9D1-B2CB-4672-8025-C93222918A9F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Finetune</a:t>
          </a:r>
        </a:p>
      </dgm:t>
    </dgm:pt>
    <dgm:pt modelId="{3B2EB781-F6AB-4ED9-9B2B-34F7F61E8012}" type="parTrans" cxnId="{C44DA131-B0CC-420E-94FB-A8D7D5769F3E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F21EDF85-90DC-4575-AE82-80BDCF4DAD19}" type="sibTrans" cxnId="{C44DA131-B0CC-420E-94FB-A8D7D5769F3E}">
      <dgm:prSet/>
      <dgm:spPr/>
      <dgm:t>
        <a:bodyPr/>
        <a:lstStyle/>
        <a:p>
          <a:endParaRPr lang="en-US">
            <a:latin typeface="Dana DemiBold" panose="020B0604020202020204" charset="-78"/>
            <a:cs typeface="Dana DemiBold" panose="020B0604020202020204" charset="-78"/>
          </a:endParaRPr>
        </a:p>
      </dgm:t>
    </dgm:pt>
    <dgm:pt modelId="{AB65AF69-E6D2-4887-8EAB-C66D1B734716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Bounding Box</a:t>
          </a:r>
        </a:p>
      </dgm:t>
    </dgm:pt>
    <dgm:pt modelId="{EFF348E0-3387-4000-87E1-D17592E51561}" type="parTrans" cxnId="{26F24551-21C0-40A4-A26E-35D01B643E13}">
      <dgm:prSet/>
      <dgm:spPr/>
      <dgm:t>
        <a:bodyPr/>
        <a:lstStyle/>
        <a:p>
          <a:endParaRPr lang="en-US"/>
        </a:p>
      </dgm:t>
    </dgm:pt>
    <dgm:pt modelId="{730859E8-AEC1-4BD3-B8C8-0376FFCA2375}" type="sibTrans" cxnId="{26F24551-21C0-40A4-A26E-35D01B643E13}">
      <dgm:prSet/>
      <dgm:spPr/>
      <dgm:t>
        <a:bodyPr/>
        <a:lstStyle/>
        <a:p>
          <a:endParaRPr lang="en-US"/>
        </a:p>
      </dgm:t>
    </dgm:pt>
    <dgm:pt modelId="{175BA583-8F8C-4E32-BDBD-B05F2753937D}" type="pres">
      <dgm:prSet presAssocID="{16036751-567D-47AA-8C81-CB94BCC5E0E8}" presName="rootnode" presStyleCnt="0">
        <dgm:presLayoutVars>
          <dgm:chMax/>
          <dgm:chPref/>
          <dgm:dir/>
          <dgm:animLvl val="lvl"/>
        </dgm:presLayoutVars>
      </dgm:prSet>
      <dgm:spPr/>
    </dgm:pt>
    <dgm:pt modelId="{B43E479A-B268-4923-97C1-400C7A3EBC28}" type="pres">
      <dgm:prSet presAssocID="{8B70E92D-FEF4-4FD9-8F9E-4406BDD109CD}" presName="composite" presStyleCnt="0"/>
      <dgm:spPr/>
    </dgm:pt>
    <dgm:pt modelId="{84C26C18-3D1E-438E-A07A-C41862BF7E16}" type="pres">
      <dgm:prSet presAssocID="{8B70E92D-FEF4-4FD9-8F9E-4406BDD109CD}" presName="bentUpArrow1" presStyleLbl="alignImgPlace1" presStyleIdx="0" presStyleCnt="3"/>
      <dgm:spPr/>
    </dgm:pt>
    <dgm:pt modelId="{DB77C702-D6D0-4C8B-BE17-547E2A0D844B}" type="pres">
      <dgm:prSet presAssocID="{8B70E92D-FEF4-4FD9-8F9E-4406BDD109CD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F7E70C8E-404E-4C08-B266-F6DE003707C2}" type="pres">
      <dgm:prSet presAssocID="{8B70E92D-FEF4-4FD9-8F9E-4406BDD109CD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70FC11CB-C148-4634-8FC5-ED5A75CC4D52}" type="pres">
      <dgm:prSet presAssocID="{40E511D5-CAAA-4312-904D-D9E2116E2383}" presName="sibTrans" presStyleCnt="0"/>
      <dgm:spPr/>
    </dgm:pt>
    <dgm:pt modelId="{A65A7BAE-FA60-40A7-A0BF-8B83531F3019}" type="pres">
      <dgm:prSet presAssocID="{AE2DF62D-E778-4AAA-BC85-FEF591F3BF2E}" presName="composite" presStyleCnt="0"/>
      <dgm:spPr/>
    </dgm:pt>
    <dgm:pt modelId="{36755873-F16E-4731-854D-AACB5DBF0D02}" type="pres">
      <dgm:prSet presAssocID="{AE2DF62D-E778-4AAA-BC85-FEF591F3BF2E}" presName="bentUpArrow1" presStyleLbl="alignImgPlace1" presStyleIdx="1" presStyleCnt="3"/>
      <dgm:spPr/>
    </dgm:pt>
    <dgm:pt modelId="{A3251DCF-5D7F-4BAC-8BE0-E0930BCB85D1}" type="pres">
      <dgm:prSet presAssocID="{AE2DF62D-E778-4AAA-BC85-FEF591F3BF2E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ED7302DD-9B2C-4936-B72E-0778E15DAD92}" type="pres">
      <dgm:prSet presAssocID="{AE2DF62D-E778-4AAA-BC85-FEF591F3BF2E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006EEEE1-1FE5-4E36-A249-0117674FE96D}" type="pres">
      <dgm:prSet presAssocID="{F656B468-4377-438B-B115-2E9929A4248C}" presName="sibTrans" presStyleCnt="0"/>
      <dgm:spPr/>
    </dgm:pt>
    <dgm:pt modelId="{4F9652F7-6350-4DC2-A3BA-E1EC93BA748F}" type="pres">
      <dgm:prSet presAssocID="{A60EBFB1-32EA-4EE4-A9CA-192E6C3EE18A}" presName="composite" presStyleCnt="0"/>
      <dgm:spPr/>
    </dgm:pt>
    <dgm:pt modelId="{9F088343-445C-4E31-BD50-A9DA0EC1B397}" type="pres">
      <dgm:prSet presAssocID="{A60EBFB1-32EA-4EE4-A9CA-192E6C3EE18A}" presName="bentUpArrow1" presStyleLbl="alignImgPlace1" presStyleIdx="2" presStyleCnt="3"/>
      <dgm:spPr/>
    </dgm:pt>
    <dgm:pt modelId="{0CDEF105-EDB6-4B41-9238-51D9C8C4B704}" type="pres">
      <dgm:prSet presAssocID="{A60EBFB1-32EA-4EE4-A9CA-192E6C3EE18A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02C77A6-B80F-4D45-96F9-6B251C9601B4}" type="pres">
      <dgm:prSet presAssocID="{A60EBFB1-32EA-4EE4-A9CA-192E6C3EE18A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CDCB9AF-0B02-4149-ADEC-1ABE444E6773}" type="pres">
      <dgm:prSet presAssocID="{83A294AC-B1DE-4992-9254-2F7DB22B6878}" presName="sibTrans" presStyleCnt="0"/>
      <dgm:spPr/>
    </dgm:pt>
    <dgm:pt modelId="{AE3F7EE5-F84F-4F93-B548-A1C5B4E5E053}" type="pres">
      <dgm:prSet presAssocID="{11FED73C-F641-4001-BB4F-CAE0ACEC4236}" presName="composite" presStyleCnt="0"/>
      <dgm:spPr/>
    </dgm:pt>
    <dgm:pt modelId="{819C5F3F-2333-491F-A771-87C997BD0C92}" type="pres">
      <dgm:prSet presAssocID="{11FED73C-F641-4001-BB4F-CAE0ACEC4236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302743CA-E94E-442B-878C-A5E85CFBC865}" type="pres">
      <dgm:prSet presAssocID="{11FED73C-F641-4001-BB4F-CAE0ACEC4236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E849003-FDD8-4F55-A004-648A29D272FB}" srcId="{16036751-567D-47AA-8C81-CB94BCC5E0E8}" destId="{AE2DF62D-E778-4AAA-BC85-FEF591F3BF2E}" srcOrd="1" destOrd="0" parTransId="{06ADF5D7-2BFC-4A50-9C83-BD8C8511E566}" sibTransId="{F656B468-4377-438B-B115-2E9929A4248C}"/>
    <dgm:cxn modelId="{B274D808-0660-43C8-8855-7FACEC0BA832}" srcId="{AE2DF62D-E778-4AAA-BC85-FEF591F3BF2E}" destId="{82CEBCF3-4AA5-4DAA-A5AD-2D0ED9ED8338}" srcOrd="0" destOrd="0" parTransId="{9EF16E92-0ECD-4653-A6DB-F0A26B7E6DBE}" sibTransId="{3DEEC5FC-D65C-4E4C-B8E2-D52DDAB4D71C}"/>
    <dgm:cxn modelId="{787EB72C-1B39-4750-BC24-CDC796BE042F}" type="presOf" srcId="{A60EBFB1-32EA-4EE4-A9CA-192E6C3EE18A}" destId="{0CDEF105-EDB6-4B41-9238-51D9C8C4B704}" srcOrd="0" destOrd="0" presId="urn:microsoft.com/office/officeart/2005/8/layout/StepDownProcess"/>
    <dgm:cxn modelId="{D93B0C30-974C-4F82-91D8-A191BF739091}" type="presOf" srcId="{82CEBCF3-4AA5-4DAA-A5AD-2D0ED9ED8338}" destId="{ED7302DD-9B2C-4936-B72E-0778E15DAD92}" srcOrd="0" destOrd="0" presId="urn:microsoft.com/office/officeart/2005/8/layout/StepDownProcess"/>
    <dgm:cxn modelId="{C44DA131-B0CC-420E-94FB-A8D7D5769F3E}" srcId="{11FED73C-F641-4001-BB4F-CAE0ACEC4236}" destId="{0966C9D1-B2CB-4672-8025-C93222918A9F}" srcOrd="1" destOrd="0" parTransId="{3B2EB781-F6AB-4ED9-9B2B-34F7F61E8012}" sibTransId="{F21EDF85-90DC-4575-AE82-80BDCF4DAD19}"/>
    <dgm:cxn modelId="{E88FDA33-3625-4C71-A734-DF4EED48E494}" srcId="{8B70E92D-FEF4-4FD9-8F9E-4406BDD109CD}" destId="{4CBDA574-A22B-42A6-8EC7-5D26AA41EE8B}" srcOrd="0" destOrd="0" parTransId="{1DD848EA-BA57-45C6-97EF-EB43E1D3C8E8}" sibTransId="{07614FDD-E691-4B45-8C9E-686370BC160A}"/>
    <dgm:cxn modelId="{D835D83A-EF88-4BFF-93B2-90ACC00E716C}" type="presOf" srcId="{8B70E92D-FEF4-4FD9-8F9E-4406BDD109CD}" destId="{DB77C702-D6D0-4C8B-BE17-547E2A0D844B}" srcOrd="0" destOrd="0" presId="urn:microsoft.com/office/officeart/2005/8/layout/StepDownProcess"/>
    <dgm:cxn modelId="{5FFD3A5F-F784-40C5-9ABF-EBE52523FA8D}" type="presOf" srcId="{AE2DF62D-E778-4AAA-BC85-FEF591F3BF2E}" destId="{A3251DCF-5D7F-4BAC-8BE0-E0930BCB85D1}" srcOrd="0" destOrd="0" presId="urn:microsoft.com/office/officeart/2005/8/layout/StepDownProcess"/>
    <dgm:cxn modelId="{C04E9261-7CD8-4956-B490-A21191CBE1E5}" type="presOf" srcId="{0966C9D1-B2CB-4672-8025-C93222918A9F}" destId="{302743CA-E94E-442B-878C-A5E85CFBC865}" srcOrd="0" destOrd="1" presId="urn:microsoft.com/office/officeart/2005/8/layout/StepDownProcess"/>
    <dgm:cxn modelId="{DA937F4F-91E0-412A-91BA-717B87F62466}" srcId="{8B70E92D-FEF4-4FD9-8F9E-4406BDD109CD}" destId="{30C2ADC2-D5BD-4B2C-940E-6A453EE4771E}" srcOrd="1" destOrd="0" parTransId="{21914E70-4C02-4DD4-BFC6-6B8401C880E0}" sibTransId="{E924C25F-9484-454C-AC51-B7DD75E738BE}"/>
    <dgm:cxn modelId="{26F24551-21C0-40A4-A26E-35D01B643E13}" srcId="{A60EBFB1-32EA-4EE4-A9CA-192E6C3EE18A}" destId="{AB65AF69-E6D2-4887-8EAB-C66D1B734716}" srcOrd="1" destOrd="0" parTransId="{EFF348E0-3387-4000-87E1-D17592E51561}" sibTransId="{730859E8-AEC1-4BD3-B8C8-0376FFCA2375}"/>
    <dgm:cxn modelId="{279B4477-C46C-4A74-AC7F-751C52B7350E}" type="presOf" srcId="{EA3067CC-923D-4F14-8657-9C56C2102AD1}" destId="{602C77A6-B80F-4D45-96F9-6B251C9601B4}" srcOrd="0" destOrd="0" presId="urn:microsoft.com/office/officeart/2005/8/layout/StepDownProcess"/>
    <dgm:cxn modelId="{64DF8C89-3425-4D77-B378-F00E2A1F4F80}" srcId="{16036751-567D-47AA-8C81-CB94BCC5E0E8}" destId="{8B70E92D-FEF4-4FD9-8F9E-4406BDD109CD}" srcOrd="0" destOrd="0" parTransId="{226FEF2A-8F04-494B-AC1F-21C350E76BD7}" sibTransId="{40E511D5-CAAA-4312-904D-D9E2116E2383}"/>
    <dgm:cxn modelId="{02A81591-0173-420F-9D08-61A35F600F68}" srcId="{16036751-567D-47AA-8C81-CB94BCC5E0E8}" destId="{A60EBFB1-32EA-4EE4-A9CA-192E6C3EE18A}" srcOrd="2" destOrd="0" parTransId="{C3DFD565-1238-4533-9235-C1F67D07B5AB}" sibTransId="{83A294AC-B1DE-4992-9254-2F7DB22B6878}"/>
    <dgm:cxn modelId="{8C3F2E97-E314-46AD-B6FD-84AA1EE9E5F7}" type="presOf" srcId="{D7F6DA47-1ABB-494C-90E7-EDEB603614CC}" destId="{302743CA-E94E-442B-878C-A5E85CFBC865}" srcOrd="0" destOrd="0" presId="urn:microsoft.com/office/officeart/2005/8/layout/StepDownProcess"/>
    <dgm:cxn modelId="{4F05EEAE-2104-4FD4-A40F-C168EC33F036}" type="presOf" srcId="{D2DB4854-BDEF-413E-8A6F-D05BD4E9311B}" destId="{ED7302DD-9B2C-4936-B72E-0778E15DAD92}" srcOrd="0" destOrd="1" presId="urn:microsoft.com/office/officeart/2005/8/layout/StepDownProcess"/>
    <dgm:cxn modelId="{006AFAB2-FBBD-470A-81A2-598FA99E3003}" srcId="{16036751-567D-47AA-8C81-CB94BCC5E0E8}" destId="{11FED73C-F641-4001-BB4F-CAE0ACEC4236}" srcOrd="3" destOrd="0" parTransId="{75AD5DE1-1CA8-455F-8FEE-74A01ADBF3F4}" sibTransId="{DC2B7A77-7285-4BAB-9307-5A08D9E484B3}"/>
    <dgm:cxn modelId="{5F24C5BD-46BF-450A-8ADE-8A19F3298157}" type="presOf" srcId="{4CBDA574-A22B-42A6-8EC7-5D26AA41EE8B}" destId="{F7E70C8E-404E-4C08-B266-F6DE003707C2}" srcOrd="0" destOrd="0" presId="urn:microsoft.com/office/officeart/2005/8/layout/StepDownProcess"/>
    <dgm:cxn modelId="{9CBC59C7-BE3D-4E65-BBFF-4F8E416A830A}" type="presOf" srcId="{AB65AF69-E6D2-4887-8EAB-C66D1B734716}" destId="{602C77A6-B80F-4D45-96F9-6B251C9601B4}" srcOrd="0" destOrd="1" presId="urn:microsoft.com/office/officeart/2005/8/layout/StepDownProcess"/>
    <dgm:cxn modelId="{F8A140CA-AB32-4455-BB06-AC47ED20F54E}" srcId="{11FED73C-F641-4001-BB4F-CAE0ACEC4236}" destId="{D7F6DA47-1ABB-494C-90E7-EDEB603614CC}" srcOrd="0" destOrd="0" parTransId="{9E301B64-351C-4034-A3A8-E41F5189D921}" sibTransId="{C2607E10-4EF5-4C69-939F-3BBB49C0F04C}"/>
    <dgm:cxn modelId="{69F07CCA-63CF-43F6-ADEF-7B69C48F8449}" type="presOf" srcId="{11FED73C-F641-4001-BB4F-CAE0ACEC4236}" destId="{819C5F3F-2333-491F-A771-87C997BD0C92}" srcOrd="0" destOrd="0" presId="urn:microsoft.com/office/officeart/2005/8/layout/StepDownProcess"/>
    <dgm:cxn modelId="{59DF73CF-3FFD-4761-A3CE-E51A4FB78EFC}" srcId="{AE2DF62D-E778-4AAA-BC85-FEF591F3BF2E}" destId="{D2DB4854-BDEF-413E-8A6F-D05BD4E9311B}" srcOrd="1" destOrd="0" parTransId="{6B0CDBA5-EB5D-4F3B-8A23-C193F71E8845}" sibTransId="{F741A885-8203-43B7-BDFB-3937B950C070}"/>
    <dgm:cxn modelId="{1CFEF7DB-E148-49F7-8FA3-50D28C4D17C9}" type="presOf" srcId="{16036751-567D-47AA-8C81-CB94BCC5E0E8}" destId="{175BA583-8F8C-4E32-BDBD-B05F2753937D}" srcOrd="0" destOrd="0" presId="urn:microsoft.com/office/officeart/2005/8/layout/StepDownProcess"/>
    <dgm:cxn modelId="{050624E4-E27C-4993-B5BE-0E3B97C6D816}" srcId="{A60EBFB1-32EA-4EE4-A9CA-192E6C3EE18A}" destId="{EA3067CC-923D-4F14-8657-9C56C2102AD1}" srcOrd="0" destOrd="0" parTransId="{29092967-8E72-42C5-8658-3244079CB9E0}" sibTransId="{FD275DF4-AA49-41B1-B7F6-342F5F93206B}"/>
    <dgm:cxn modelId="{97C185EC-4973-4D47-B1E7-03379CE7C543}" type="presOf" srcId="{30C2ADC2-D5BD-4B2C-940E-6A453EE4771E}" destId="{F7E70C8E-404E-4C08-B266-F6DE003707C2}" srcOrd="0" destOrd="1" presId="urn:microsoft.com/office/officeart/2005/8/layout/StepDownProcess"/>
    <dgm:cxn modelId="{DA296615-2626-4337-9420-3C90C247E4F5}" type="presParOf" srcId="{175BA583-8F8C-4E32-BDBD-B05F2753937D}" destId="{B43E479A-B268-4923-97C1-400C7A3EBC28}" srcOrd="0" destOrd="0" presId="urn:microsoft.com/office/officeart/2005/8/layout/StepDownProcess"/>
    <dgm:cxn modelId="{0787F6E4-A529-4435-BAC1-661AF706CE46}" type="presParOf" srcId="{B43E479A-B268-4923-97C1-400C7A3EBC28}" destId="{84C26C18-3D1E-438E-A07A-C41862BF7E16}" srcOrd="0" destOrd="0" presId="urn:microsoft.com/office/officeart/2005/8/layout/StepDownProcess"/>
    <dgm:cxn modelId="{DE29AF0A-7582-4315-B7A8-BD81876B6E22}" type="presParOf" srcId="{B43E479A-B268-4923-97C1-400C7A3EBC28}" destId="{DB77C702-D6D0-4C8B-BE17-547E2A0D844B}" srcOrd="1" destOrd="0" presId="urn:microsoft.com/office/officeart/2005/8/layout/StepDownProcess"/>
    <dgm:cxn modelId="{532DD3B9-82DB-454D-B435-BE1B006884B5}" type="presParOf" srcId="{B43E479A-B268-4923-97C1-400C7A3EBC28}" destId="{F7E70C8E-404E-4C08-B266-F6DE003707C2}" srcOrd="2" destOrd="0" presId="urn:microsoft.com/office/officeart/2005/8/layout/StepDownProcess"/>
    <dgm:cxn modelId="{CC2F583D-9AA3-4192-B992-1CF31E1EDA87}" type="presParOf" srcId="{175BA583-8F8C-4E32-BDBD-B05F2753937D}" destId="{70FC11CB-C148-4634-8FC5-ED5A75CC4D52}" srcOrd="1" destOrd="0" presId="urn:microsoft.com/office/officeart/2005/8/layout/StepDownProcess"/>
    <dgm:cxn modelId="{45C0A98B-2AC5-44E4-99D0-7DA2DC49CFF8}" type="presParOf" srcId="{175BA583-8F8C-4E32-BDBD-B05F2753937D}" destId="{A65A7BAE-FA60-40A7-A0BF-8B83531F3019}" srcOrd="2" destOrd="0" presId="urn:microsoft.com/office/officeart/2005/8/layout/StepDownProcess"/>
    <dgm:cxn modelId="{97A647C1-9363-4D5C-8E80-17A7A1C90460}" type="presParOf" srcId="{A65A7BAE-FA60-40A7-A0BF-8B83531F3019}" destId="{36755873-F16E-4731-854D-AACB5DBF0D02}" srcOrd="0" destOrd="0" presId="urn:microsoft.com/office/officeart/2005/8/layout/StepDownProcess"/>
    <dgm:cxn modelId="{6F55309A-78BB-44E5-8702-351B672D5516}" type="presParOf" srcId="{A65A7BAE-FA60-40A7-A0BF-8B83531F3019}" destId="{A3251DCF-5D7F-4BAC-8BE0-E0930BCB85D1}" srcOrd="1" destOrd="0" presId="urn:microsoft.com/office/officeart/2005/8/layout/StepDownProcess"/>
    <dgm:cxn modelId="{E4DF69C3-8F58-4738-BE27-4D2A7E9D897D}" type="presParOf" srcId="{A65A7BAE-FA60-40A7-A0BF-8B83531F3019}" destId="{ED7302DD-9B2C-4936-B72E-0778E15DAD92}" srcOrd="2" destOrd="0" presId="urn:microsoft.com/office/officeart/2005/8/layout/StepDownProcess"/>
    <dgm:cxn modelId="{FD36EAAB-2C26-4C68-B1D9-3132F285FE2F}" type="presParOf" srcId="{175BA583-8F8C-4E32-BDBD-B05F2753937D}" destId="{006EEEE1-1FE5-4E36-A249-0117674FE96D}" srcOrd="3" destOrd="0" presId="urn:microsoft.com/office/officeart/2005/8/layout/StepDownProcess"/>
    <dgm:cxn modelId="{23241C84-F7BF-4ECF-BFC7-54699AA87C82}" type="presParOf" srcId="{175BA583-8F8C-4E32-BDBD-B05F2753937D}" destId="{4F9652F7-6350-4DC2-A3BA-E1EC93BA748F}" srcOrd="4" destOrd="0" presId="urn:microsoft.com/office/officeart/2005/8/layout/StepDownProcess"/>
    <dgm:cxn modelId="{5F0BE5D6-FC74-4B90-96C5-A89995AFECD0}" type="presParOf" srcId="{4F9652F7-6350-4DC2-A3BA-E1EC93BA748F}" destId="{9F088343-445C-4E31-BD50-A9DA0EC1B397}" srcOrd="0" destOrd="0" presId="urn:microsoft.com/office/officeart/2005/8/layout/StepDownProcess"/>
    <dgm:cxn modelId="{7A843A84-75DB-47A4-A6B9-DDEDF6EEF12E}" type="presParOf" srcId="{4F9652F7-6350-4DC2-A3BA-E1EC93BA748F}" destId="{0CDEF105-EDB6-4B41-9238-51D9C8C4B704}" srcOrd="1" destOrd="0" presId="urn:microsoft.com/office/officeart/2005/8/layout/StepDownProcess"/>
    <dgm:cxn modelId="{0C68D946-C9A2-4F57-A858-6DB0EC21CADA}" type="presParOf" srcId="{4F9652F7-6350-4DC2-A3BA-E1EC93BA748F}" destId="{602C77A6-B80F-4D45-96F9-6B251C9601B4}" srcOrd="2" destOrd="0" presId="urn:microsoft.com/office/officeart/2005/8/layout/StepDownProcess"/>
    <dgm:cxn modelId="{65E3DA65-3A54-478C-B6B7-E02CB161C8AF}" type="presParOf" srcId="{175BA583-8F8C-4E32-BDBD-B05F2753937D}" destId="{0CDCB9AF-0B02-4149-ADEC-1ABE444E6773}" srcOrd="5" destOrd="0" presId="urn:microsoft.com/office/officeart/2005/8/layout/StepDownProcess"/>
    <dgm:cxn modelId="{8C301EFC-2270-4E1F-9B4E-AADBF7AAFC7B}" type="presParOf" srcId="{175BA583-8F8C-4E32-BDBD-B05F2753937D}" destId="{AE3F7EE5-F84F-4F93-B548-A1C5B4E5E053}" srcOrd="6" destOrd="0" presId="urn:microsoft.com/office/officeart/2005/8/layout/StepDownProcess"/>
    <dgm:cxn modelId="{48541BBA-D563-46F9-8DD5-77D7BF798368}" type="presParOf" srcId="{AE3F7EE5-F84F-4F93-B548-A1C5B4E5E053}" destId="{819C5F3F-2333-491F-A771-87C997BD0C92}" srcOrd="0" destOrd="0" presId="urn:microsoft.com/office/officeart/2005/8/layout/StepDownProcess"/>
    <dgm:cxn modelId="{FF0FB0E8-DC71-4C69-89D0-588FEDCA00D5}" type="presParOf" srcId="{AE3F7EE5-F84F-4F93-B548-A1C5B4E5E053}" destId="{302743CA-E94E-442B-878C-A5E85CFBC865}" srcOrd="1" destOrd="0" presId="urn:microsoft.com/office/officeart/2005/8/layout/StepDown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413A19-5BE5-4C24-B827-1411AEF06D4C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2F3166-A7B7-47B8-BAEB-963CDE931823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چالش ها؟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FFB99393-258E-42B7-AE6B-610DD30E2D23}" type="parTrans" cxnId="{A48CBBEE-7688-4F6D-95D4-085C2CDF7B4A}">
      <dgm:prSet/>
      <dgm:spPr/>
      <dgm:t>
        <a:bodyPr/>
        <a:lstStyle/>
        <a:p>
          <a:endParaRPr lang="en-US"/>
        </a:p>
      </dgm:t>
    </dgm:pt>
    <dgm:pt modelId="{92DB5C67-5C04-48A1-BD7F-C61A5F22F7AA}" type="sibTrans" cxnId="{A48CBBEE-7688-4F6D-95D4-085C2CDF7B4A}">
      <dgm:prSet/>
      <dgm:spPr/>
      <dgm:t>
        <a:bodyPr/>
        <a:lstStyle/>
        <a:p>
          <a:endParaRPr lang="en-US"/>
        </a:p>
      </dgm:t>
    </dgm:pt>
    <dgm:pt modelId="{23448527-079D-4972-B387-4A4B8D29DE03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نبود دیتاست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186F485C-DDE8-48E2-B56B-CD0E8D8314FC}" type="parTrans" cxnId="{05892F01-AC97-446E-A057-C1AFE1C1BDAF}">
      <dgm:prSet/>
      <dgm:spPr/>
      <dgm:t>
        <a:bodyPr/>
        <a:lstStyle/>
        <a:p>
          <a:endParaRPr lang="en-US"/>
        </a:p>
      </dgm:t>
    </dgm:pt>
    <dgm:pt modelId="{FE9106EB-BDFC-4272-807F-E182589B6DC5}" type="sibTrans" cxnId="{05892F01-AC97-446E-A057-C1AFE1C1BDAF}">
      <dgm:prSet/>
      <dgm:spPr/>
      <dgm:t>
        <a:bodyPr/>
        <a:lstStyle/>
        <a:p>
          <a:endParaRPr lang="en-US"/>
        </a:p>
      </dgm:t>
    </dgm:pt>
    <dgm:pt modelId="{7B97D077-9090-4157-A4C8-0C63CD240544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کیفیت پایین تصاویر ورودی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7E178494-4537-417F-A0F5-EC3CD39C38E5}" type="parTrans" cxnId="{D7852C2B-9E52-4B7F-BF2D-B114434C7CE9}">
      <dgm:prSet/>
      <dgm:spPr/>
      <dgm:t>
        <a:bodyPr/>
        <a:lstStyle/>
        <a:p>
          <a:endParaRPr lang="en-US"/>
        </a:p>
      </dgm:t>
    </dgm:pt>
    <dgm:pt modelId="{34E0E5A1-9C3C-4760-A4D5-277DC5038799}" type="sibTrans" cxnId="{D7852C2B-9E52-4B7F-BF2D-B114434C7CE9}">
      <dgm:prSet/>
      <dgm:spPr/>
      <dgm:t>
        <a:bodyPr/>
        <a:lstStyle/>
        <a:p>
          <a:endParaRPr lang="en-US"/>
        </a:p>
      </dgm:t>
    </dgm:pt>
    <dgm:pt modelId="{74FAD8F8-F6BA-415F-8E1C-034B69082377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نبود ابزار ها برا زبان فارسی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5599E156-5130-4531-9D0D-72CA68024314}" type="parTrans" cxnId="{E2D86042-0921-456A-9AD3-F3014079E4A5}">
      <dgm:prSet/>
      <dgm:spPr/>
      <dgm:t>
        <a:bodyPr/>
        <a:lstStyle/>
        <a:p>
          <a:endParaRPr lang="en-US"/>
        </a:p>
      </dgm:t>
    </dgm:pt>
    <dgm:pt modelId="{02F68BCA-7318-46C5-B1D5-90F7D6978DD4}" type="sibTrans" cxnId="{E2D86042-0921-456A-9AD3-F3014079E4A5}">
      <dgm:prSet/>
      <dgm:spPr/>
      <dgm:t>
        <a:bodyPr/>
        <a:lstStyle/>
        <a:p>
          <a:endParaRPr lang="en-US"/>
        </a:p>
      </dgm:t>
    </dgm:pt>
    <dgm:pt modelId="{E575412B-14B1-4D8D-83A7-0D0079AC1E41}">
      <dgm:prSet phldrT="[Text]"/>
      <dgm:spPr/>
      <dgm:t>
        <a:bodyPr/>
        <a:lstStyle/>
        <a:p>
          <a:r>
            <a:rPr lang="fa-IR" dirty="0">
              <a:latin typeface="Dana DemiBold" panose="020B0604020202020204" charset="-78"/>
              <a:cs typeface="Dana DemiBold" panose="020B0604020202020204" charset="-78"/>
            </a:rPr>
            <a:t>چرخش و پرسپکتیو</a:t>
          </a: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12D6104E-749D-432B-B357-C047A204DFCB}" type="parTrans" cxnId="{6D6A5A0D-CC95-4878-87E3-623EC90A7D91}">
      <dgm:prSet/>
      <dgm:spPr/>
      <dgm:t>
        <a:bodyPr/>
        <a:lstStyle/>
        <a:p>
          <a:endParaRPr lang="en-US"/>
        </a:p>
      </dgm:t>
    </dgm:pt>
    <dgm:pt modelId="{312555F7-9F05-440A-91E1-04AC43764B7F}" type="sibTrans" cxnId="{6D6A5A0D-CC95-4878-87E3-623EC90A7D91}">
      <dgm:prSet/>
      <dgm:spPr/>
      <dgm:t>
        <a:bodyPr/>
        <a:lstStyle/>
        <a:p>
          <a:endParaRPr lang="en-US"/>
        </a:p>
      </dgm:t>
    </dgm:pt>
    <dgm:pt modelId="{14F6F6F8-D276-4C0C-9B72-075A887FCF54}">
      <dgm:prSet phldrT="[Text]"/>
      <dgm:spPr/>
      <dgm:t>
        <a:bodyPr/>
        <a:lstStyle/>
        <a:p>
          <a:pPr>
            <a:buNone/>
          </a:pPr>
          <a:endParaRPr lang="en-US" b="1" dirty="0">
            <a:latin typeface="Dana DemiBold" panose="020B0604020202020204" charset="-78"/>
            <a:cs typeface="Dana DemiBold" panose="020B0604020202020204" charset="-78"/>
          </a:endParaRPr>
        </a:p>
        <a:p>
          <a:pPr>
            <a:buNone/>
          </a:pPr>
          <a:r>
            <a:rPr lang="fa-IR" b="1" dirty="0">
              <a:latin typeface="Dana DemiBold" panose="020B0604020202020204" charset="-78"/>
              <a:cs typeface="Dana DemiBold" panose="020B0604020202020204" charset="-78"/>
            </a:rPr>
            <a:t>تنوع زیاد در تصاویر ورودی</a:t>
          </a:r>
          <a:br>
            <a:rPr lang="fa-IR" dirty="0">
              <a:latin typeface="Dana DemiBold" panose="020B0604020202020204" charset="-78"/>
              <a:cs typeface="Dana DemiBold" panose="020B0604020202020204" charset="-78"/>
            </a:rPr>
          </a:br>
          <a:endParaRPr lang="en-US" dirty="0">
            <a:latin typeface="Dana DemiBold" panose="020B0604020202020204" charset="-78"/>
            <a:cs typeface="Dana DemiBold" panose="020B0604020202020204" charset="-78"/>
          </a:endParaRPr>
        </a:p>
      </dgm:t>
    </dgm:pt>
    <dgm:pt modelId="{68D6AF48-30AC-4516-95D1-469604021A42}" type="parTrans" cxnId="{4F9933B3-E7EB-49D6-A7F1-E73230735A04}">
      <dgm:prSet/>
      <dgm:spPr/>
      <dgm:t>
        <a:bodyPr/>
        <a:lstStyle/>
        <a:p>
          <a:endParaRPr lang="en-US"/>
        </a:p>
      </dgm:t>
    </dgm:pt>
    <dgm:pt modelId="{7C64EDEF-C04C-4043-BA52-6CE39B7A7A44}" type="sibTrans" cxnId="{4F9933B3-E7EB-49D6-A7F1-E73230735A04}">
      <dgm:prSet/>
      <dgm:spPr/>
      <dgm:t>
        <a:bodyPr/>
        <a:lstStyle/>
        <a:p>
          <a:endParaRPr lang="en-US"/>
        </a:p>
      </dgm:t>
    </dgm:pt>
    <dgm:pt modelId="{7B17F4EF-D398-4EED-B32E-E21298343925}" type="pres">
      <dgm:prSet presAssocID="{29413A19-5BE5-4C24-B827-1411AEF06D4C}" presName="composite" presStyleCnt="0">
        <dgm:presLayoutVars>
          <dgm:chMax val="1"/>
          <dgm:dir/>
          <dgm:resizeHandles val="exact"/>
        </dgm:presLayoutVars>
      </dgm:prSet>
      <dgm:spPr/>
    </dgm:pt>
    <dgm:pt modelId="{8FB5A79E-4FAD-4542-B471-6A67ACB4F85D}" type="pres">
      <dgm:prSet presAssocID="{E02F3166-A7B7-47B8-BAEB-963CDE931823}" presName="roof" presStyleLbl="dkBgShp" presStyleIdx="0" presStyleCnt="2"/>
      <dgm:spPr/>
    </dgm:pt>
    <dgm:pt modelId="{1AEAFA1B-88A8-40EF-A195-E76074B4C627}" type="pres">
      <dgm:prSet presAssocID="{E02F3166-A7B7-47B8-BAEB-963CDE931823}" presName="pillars" presStyleCnt="0"/>
      <dgm:spPr/>
    </dgm:pt>
    <dgm:pt modelId="{13223441-D3BD-40E4-99DB-CA75EDC05F11}" type="pres">
      <dgm:prSet presAssocID="{E02F3166-A7B7-47B8-BAEB-963CDE931823}" presName="pillar1" presStyleLbl="node1" presStyleIdx="0" presStyleCnt="5">
        <dgm:presLayoutVars>
          <dgm:bulletEnabled val="1"/>
        </dgm:presLayoutVars>
      </dgm:prSet>
      <dgm:spPr/>
    </dgm:pt>
    <dgm:pt modelId="{8234639F-FB0F-480B-B3CA-BE26247CE8BF}" type="pres">
      <dgm:prSet presAssocID="{7B97D077-9090-4157-A4C8-0C63CD240544}" presName="pillarX" presStyleLbl="node1" presStyleIdx="1" presStyleCnt="5">
        <dgm:presLayoutVars>
          <dgm:bulletEnabled val="1"/>
        </dgm:presLayoutVars>
      </dgm:prSet>
      <dgm:spPr/>
    </dgm:pt>
    <dgm:pt modelId="{FA73CDFA-9383-40CD-8E8A-24D1BC9F5E62}" type="pres">
      <dgm:prSet presAssocID="{74FAD8F8-F6BA-415F-8E1C-034B69082377}" presName="pillarX" presStyleLbl="node1" presStyleIdx="2" presStyleCnt="5">
        <dgm:presLayoutVars>
          <dgm:bulletEnabled val="1"/>
        </dgm:presLayoutVars>
      </dgm:prSet>
      <dgm:spPr/>
    </dgm:pt>
    <dgm:pt modelId="{74698769-1889-495E-89DE-EDCCDFEDDAB6}" type="pres">
      <dgm:prSet presAssocID="{E575412B-14B1-4D8D-83A7-0D0079AC1E41}" presName="pillarX" presStyleLbl="node1" presStyleIdx="3" presStyleCnt="5">
        <dgm:presLayoutVars>
          <dgm:bulletEnabled val="1"/>
        </dgm:presLayoutVars>
      </dgm:prSet>
      <dgm:spPr/>
    </dgm:pt>
    <dgm:pt modelId="{FB175DFD-B626-44A6-87C8-B3A6DFB8E7A4}" type="pres">
      <dgm:prSet presAssocID="{14F6F6F8-D276-4C0C-9B72-075A887FCF54}" presName="pillarX" presStyleLbl="node1" presStyleIdx="4" presStyleCnt="5">
        <dgm:presLayoutVars>
          <dgm:bulletEnabled val="1"/>
        </dgm:presLayoutVars>
      </dgm:prSet>
      <dgm:spPr/>
    </dgm:pt>
    <dgm:pt modelId="{83C60233-29E9-43A9-9D8E-B024C8E004FE}" type="pres">
      <dgm:prSet presAssocID="{E02F3166-A7B7-47B8-BAEB-963CDE931823}" presName="base" presStyleLbl="dkBgShp" presStyleIdx="1" presStyleCnt="2"/>
      <dgm:spPr/>
    </dgm:pt>
  </dgm:ptLst>
  <dgm:cxnLst>
    <dgm:cxn modelId="{05892F01-AC97-446E-A057-C1AFE1C1BDAF}" srcId="{E02F3166-A7B7-47B8-BAEB-963CDE931823}" destId="{23448527-079D-4972-B387-4A4B8D29DE03}" srcOrd="0" destOrd="0" parTransId="{186F485C-DDE8-48E2-B56B-CD0E8D8314FC}" sibTransId="{FE9106EB-BDFC-4272-807F-E182589B6DC5}"/>
    <dgm:cxn modelId="{365E8609-CB6F-42EE-83AD-8AE17B141308}" type="presOf" srcId="{23448527-079D-4972-B387-4A4B8D29DE03}" destId="{13223441-D3BD-40E4-99DB-CA75EDC05F11}" srcOrd="0" destOrd="0" presId="urn:microsoft.com/office/officeart/2005/8/layout/hList3"/>
    <dgm:cxn modelId="{6D6A5A0D-CC95-4878-87E3-623EC90A7D91}" srcId="{E02F3166-A7B7-47B8-BAEB-963CDE931823}" destId="{E575412B-14B1-4D8D-83A7-0D0079AC1E41}" srcOrd="3" destOrd="0" parTransId="{12D6104E-749D-432B-B357-C047A204DFCB}" sibTransId="{312555F7-9F05-440A-91E1-04AC43764B7F}"/>
    <dgm:cxn modelId="{D7852C2B-9E52-4B7F-BF2D-B114434C7CE9}" srcId="{E02F3166-A7B7-47B8-BAEB-963CDE931823}" destId="{7B97D077-9090-4157-A4C8-0C63CD240544}" srcOrd="1" destOrd="0" parTransId="{7E178494-4537-417F-A0F5-EC3CD39C38E5}" sibTransId="{34E0E5A1-9C3C-4760-A4D5-277DC5038799}"/>
    <dgm:cxn modelId="{FF720C3B-18D5-4E95-B245-0617C29A11F7}" type="presOf" srcId="{E575412B-14B1-4D8D-83A7-0D0079AC1E41}" destId="{74698769-1889-495E-89DE-EDCCDFEDDAB6}" srcOrd="0" destOrd="0" presId="urn:microsoft.com/office/officeart/2005/8/layout/hList3"/>
    <dgm:cxn modelId="{E2D86042-0921-456A-9AD3-F3014079E4A5}" srcId="{E02F3166-A7B7-47B8-BAEB-963CDE931823}" destId="{74FAD8F8-F6BA-415F-8E1C-034B69082377}" srcOrd="2" destOrd="0" parTransId="{5599E156-5130-4531-9D0D-72CA68024314}" sibTransId="{02F68BCA-7318-46C5-B1D5-90F7D6978DD4}"/>
    <dgm:cxn modelId="{A52DF248-4B18-437B-833D-54E3EB457280}" type="presOf" srcId="{74FAD8F8-F6BA-415F-8E1C-034B69082377}" destId="{FA73CDFA-9383-40CD-8E8A-24D1BC9F5E62}" srcOrd="0" destOrd="0" presId="urn:microsoft.com/office/officeart/2005/8/layout/hList3"/>
    <dgm:cxn modelId="{A136886A-5209-4F75-A07D-CAC4575E7B4A}" type="presOf" srcId="{7B97D077-9090-4157-A4C8-0C63CD240544}" destId="{8234639F-FB0F-480B-B3CA-BE26247CE8BF}" srcOrd="0" destOrd="0" presId="urn:microsoft.com/office/officeart/2005/8/layout/hList3"/>
    <dgm:cxn modelId="{C6FDF092-440D-4FA5-BCC8-F1840DBBA5B2}" type="presOf" srcId="{29413A19-5BE5-4C24-B827-1411AEF06D4C}" destId="{7B17F4EF-D398-4EED-B32E-E21298343925}" srcOrd="0" destOrd="0" presId="urn:microsoft.com/office/officeart/2005/8/layout/hList3"/>
    <dgm:cxn modelId="{4F9933B3-E7EB-49D6-A7F1-E73230735A04}" srcId="{E02F3166-A7B7-47B8-BAEB-963CDE931823}" destId="{14F6F6F8-D276-4C0C-9B72-075A887FCF54}" srcOrd="4" destOrd="0" parTransId="{68D6AF48-30AC-4516-95D1-469604021A42}" sibTransId="{7C64EDEF-C04C-4043-BA52-6CE39B7A7A44}"/>
    <dgm:cxn modelId="{51999AB5-FFA0-40D5-8FD6-11B6226F854D}" type="presOf" srcId="{14F6F6F8-D276-4C0C-9B72-075A887FCF54}" destId="{FB175DFD-B626-44A6-87C8-B3A6DFB8E7A4}" srcOrd="0" destOrd="0" presId="urn:microsoft.com/office/officeart/2005/8/layout/hList3"/>
    <dgm:cxn modelId="{9DCAE5D3-A743-4EB8-A8B2-90888FB82E41}" type="presOf" srcId="{E02F3166-A7B7-47B8-BAEB-963CDE931823}" destId="{8FB5A79E-4FAD-4542-B471-6A67ACB4F85D}" srcOrd="0" destOrd="0" presId="urn:microsoft.com/office/officeart/2005/8/layout/hList3"/>
    <dgm:cxn modelId="{A48CBBEE-7688-4F6D-95D4-085C2CDF7B4A}" srcId="{29413A19-5BE5-4C24-B827-1411AEF06D4C}" destId="{E02F3166-A7B7-47B8-BAEB-963CDE931823}" srcOrd="0" destOrd="0" parTransId="{FFB99393-258E-42B7-AE6B-610DD30E2D23}" sibTransId="{92DB5C67-5C04-48A1-BD7F-C61A5F22F7AA}"/>
    <dgm:cxn modelId="{E1ED02C5-41DA-4A31-BB4D-61E9A128F71A}" type="presParOf" srcId="{7B17F4EF-D398-4EED-B32E-E21298343925}" destId="{8FB5A79E-4FAD-4542-B471-6A67ACB4F85D}" srcOrd="0" destOrd="0" presId="urn:microsoft.com/office/officeart/2005/8/layout/hList3"/>
    <dgm:cxn modelId="{DC5E5F35-3574-44CF-A42A-D39EFA8ECA49}" type="presParOf" srcId="{7B17F4EF-D398-4EED-B32E-E21298343925}" destId="{1AEAFA1B-88A8-40EF-A195-E76074B4C627}" srcOrd="1" destOrd="0" presId="urn:microsoft.com/office/officeart/2005/8/layout/hList3"/>
    <dgm:cxn modelId="{8761BCF6-E5B0-49B3-B519-75CA88F2EDEB}" type="presParOf" srcId="{1AEAFA1B-88A8-40EF-A195-E76074B4C627}" destId="{13223441-D3BD-40E4-99DB-CA75EDC05F11}" srcOrd="0" destOrd="0" presId="urn:microsoft.com/office/officeart/2005/8/layout/hList3"/>
    <dgm:cxn modelId="{6C06F553-BAD6-4493-8773-6D22296FDF56}" type="presParOf" srcId="{1AEAFA1B-88A8-40EF-A195-E76074B4C627}" destId="{8234639F-FB0F-480B-B3CA-BE26247CE8BF}" srcOrd="1" destOrd="0" presId="urn:microsoft.com/office/officeart/2005/8/layout/hList3"/>
    <dgm:cxn modelId="{AA1E7A4C-56BE-4C76-ACDF-B0AE6F7E6EB3}" type="presParOf" srcId="{1AEAFA1B-88A8-40EF-A195-E76074B4C627}" destId="{FA73CDFA-9383-40CD-8E8A-24D1BC9F5E62}" srcOrd="2" destOrd="0" presId="urn:microsoft.com/office/officeart/2005/8/layout/hList3"/>
    <dgm:cxn modelId="{25344295-F31E-4767-A89A-1806AE4171D3}" type="presParOf" srcId="{1AEAFA1B-88A8-40EF-A195-E76074B4C627}" destId="{74698769-1889-495E-89DE-EDCCDFEDDAB6}" srcOrd="3" destOrd="0" presId="urn:microsoft.com/office/officeart/2005/8/layout/hList3"/>
    <dgm:cxn modelId="{83BAF8F2-6400-42C2-AE59-879C190D7ADF}" type="presParOf" srcId="{1AEAFA1B-88A8-40EF-A195-E76074B4C627}" destId="{FB175DFD-B626-44A6-87C8-B3A6DFB8E7A4}" srcOrd="4" destOrd="0" presId="urn:microsoft.com/office/officeart/2005/8/layout/hList3"/>
    <dgm:cxn modelId="{3C2CF626-5BFE-4588-B45C-C87CCAE67FC3}" type="presParOf" srcId="{7B17F4EF-D398-4EED-B32E-E21298343925}" destId="{83C60233-29E9-43A9-9D8E-B024C8E004FE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26C18-3D1E-438E-A07A-C41862BF7E16}">
      <dsp:nvSpPr>
        <dsp:cNvPr id="0" name=""/>
        <dsp:cNvSpPr/>
      </dsp:nvSpPr>
      <dsp:spPr>
        <a:xfrm rot="5400000">
          <a:off x="352565" y="951077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7C702-D6D0-4C8B-BE17-547E2A0D844B}">
      <dsp:nvSpPr>
        <dsp:cNvPr id="0" name=""/>
        <dsp:cNvSpPr/>
      </dsp:nvSpPr>
      <dsp:spPr>
        <a:xfrm>
          <a:off x="131274" y="25183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latin typeface="Dana DemiBold" panose="020B0604020202020204" charset="-78"/>
              <a:cs typeface="Dana DemiBold" panose="020B0604020202020204" charset="-78"/>
            </a:rPr>
            <a:t>تشخیص کارت</a:t>
          </a:r>
          <a:endParaRPr lang="en-US" sz="1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179328" y="73237"/>
        <a:ext cx="1309966" cy="888098"/>
      </dsp:txXfrm>
    </dsp:sp>
    <dsp:sp modelId="{F7E70C8E-404E-4C08-B266-F6DE003707C2}">
      <dsp:nvSpPr>
        <dsp:cNvPr id="0" name=""/>
        <dsp:cNvSpPr/>
      </dsp:nvSpPr>
      <dsp:spPr>
        <a:xfrm>
          <a:off x="1537348" y="119049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YOLO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Segmentation</a:t>
          </a:r>
        </a:p>
      </dsp:txBody>
      <dsp:txXfrm>
        <a:off x="1537348" y="119049"/>
        <a:ext cx="1022644" cy="795478"/>
      </dsp:txXfrm>
    </dsp:sp>
    <dsp:sp modelId="{36755873-F16E-4731-854D-AACB5DBF0D02}">
      <dsp:nvSpPr>
        <dsp:cNvPr id="0" name=""/>
        <dsp:cNvSpPr/>
      </dsp:nvSpPr>
      <dsp:spPr>
        <a:xfrm rot="5400000">
          <a:off x="1518350" y="2056666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51DCF-5D7F-4BAC-8BE0-E0930BCB85D1}">
      <dsp:nvSpPr>
        <dsp:cNvPr id="0" name=""/>
        <dsp:cNvSpPr/>
      </dsp:nvSpPr>
      <dsp:spPr>
        <a:xfrm>
          <a:off x="1297059" y="1130771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latin typeface="Dana DemiBold" panose="020B0604020202020204" charset="-78"/>
              <a:cs typeface="Dana DemiBold" panose="020B0604020202020204" charset="-78"/>
            </a:rPr>
            <a:t>عملیات روی تصویر</a:t>
          </a:r>
          <a:endParaRPr lang="en-US" sz="1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1345113" y="1178825"/>
        <a:ext cx="1309966" cy="888098"/>
      </dsp:txXfrm>
    </dsp:sp>
    <dsp:sp modelId="{ED7302DD-9B2C-4936-B72E-0778E15DAD92}">
      <dsp:nvSpPr>
        <dsp:cNvPr id="0" name=""/>
        <dsp:cNvSpPr/>
      </dsp:nvSpPr>
      <dsp:spPr>
        <a:xfrm>
          <a:off x="2703133" y="1224638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Rotation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Perspective</a:t>
          </a:r>
        </a:p>
      </dsp:txBody>
      <dsp:txXfrm>
        <a:off x="2703133" y="1224638"/>
        <a:ext cx="1022644" cy="795478"/>
      </dsp:txXfrm>
    </dsp:sp>
    <dsp:sp modelId="{9F088343-445C-4E31-BD50-A9DA0EC1B397}">
      <dsp:nvSpPr>
        <dsp:cNvPr id="0" name=""/>
        <dsp:cNvSpPr/>
      </dsp:nvSpPr>
      <dsp:spPr>
        <a:xfrm rot="5400000">
          <a:off x="2684135" y="3162254"/>
          <a:ext cx="835252" cy="95090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EF105-EDB6-4B41-9238-51D9C8C4B704}">
      <dsp:nvSpPr>
        <dsp:cNvPr id="0" name=""/>
        <dsp:cNvSpPr/>
      </dsp:nvSpPr>
      <dsp:spPr>
        <a:xfrm>
          <a:off x="2462844" y="2236360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latin typeface="Dana DemiBold" panose="020B0604020202020204" charset="-78"/>
              <a:cs typeface="Dana DemiBold" panose="020B0604020202020204" charset="-78"/>
            </a:rPr>
            <a:t>تشخیص فیلد های اطلاعاتی</a:t>
          </a:r>
          <a:endParaRPr lang="en-US" sz="1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2510898" y="2284414"/>
        <a:ext cx="1309966" cy="888098"/>
      </dsp:txXfrm>
    </dsp:sp>
    <dsp:sp modelId="{602C77A6-B80F-4D45-96F9-6B251C9601B4}">
      <dsp:nvSpPr>
        <dsp:cNvPr id="0" name=""/>
        <dsp:cNvSpPr/>
      </dsp:nvSpPr>
      <dsp:spPr>
        <a:xfrm>
          <a:off x="3868918" y="2330226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YOLO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Bounding Box</a:t>
          </a:r>
        </a:p>
      </dsp:txBody>
      <dsp:txXfrm>
        <a:off x="3868918" y="2330226"/>
        <a:ext cx="1022644" cy="795478"/>
      </dsp:txXfrm>
    </dsp:sp>
    <dsp:sp modelId="{819C5F3F-2333-491F-A771-87C997BD0C92}">
      <dsp:nvSpPr>
        <dsp:cNvPr id="0" name=""/>
        <dsp:cNvSpPr/>
      </dsp:nvSpPr>
      <dsp:spPr>
        <a:xfrm>
          <a:off x="3628629" y="3341948"/>
          <a:ext cx="1406074" cy="98420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Dana DemiBold" panose="020B0604020202020204" charset="-78"/>
              <a:cs typeface="Dana DemiBold" panose="020B0604020202020204" charset="-78"/>
            </a:rPr>
            <a:t>OCR</a:t>
          </a:r>
        </a:p>
      </dsp:txBody>
      <dsp:txXfrm>
        <a:off x="3676683" y="3390002"/>
        <a:ext cx="1309966" cy="888098"/>
      </dsp:txXfrm>
    </dsp:sp>
    <dsp:sp modelId="{302743CA-E94E-442B-878C-A5E85CFBC865}">
      <dsp:nvSpPr>
        <dsp:cNvPr id="0" name=""/>
        <dsp:cNvSpPr/>
      </dsp:nvSpPr>
      <dsp:spPr>
        <a:xfrm>
          <a:off x="5034703" y="3435815"/>
          <a:ext cx="1022644" cy="79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Hezar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rPr>
            <a:t>Finetune</a:t>
          </a:r>
        </a:p>
      </dsp:txBody>
      <dsp:txXfrm>
        <a:off x="5034703" y="3435815"/>
        <a:ext cx="1022644" cy="795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5A79E-4FAD-4542-B471-6A67ACB4F85D}">
      <dsp:nvSpPr>
        <dsp:cNvPr id="0" name=""/>
        <dsp:cNvSpPr/>
      </dsp:nvSpPr>
      <dsp:spPr>
        <a:xfrm>
          <a:off x="0" y="0"/>
          <a:ext cx="10369550" cy="130540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5000" kern="1200" dirty="0">
              <a:latin typeface="Dana DemiBold" panose="020B0604020202020204" charset="-78"/>
              <a:cs typeface="Dana DemiBold" panose="020B0604020202020204" charset="-78"/>
            </a:rPr>
            <a:t>چالش ها؟</a:t>
          </a:r>
          <a:endParaRPr lang="en-US" sz="50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0" y="0"/>
        <a:ext cx="10369550" cy="1305401"/>
      </dsp:txXfrm>
    </dsp:sp>
    <dsp:sp modelId="{13223441-D3BD-40E4-99DB-CA75EDC05F11}">
      <dsp:nvSpPr>
        <dsp:cNvPr id="0" name=""/>
        <dsp:cNvSpPr/>
      </dsp:nvSpPr>
      <dsp:spPr>
        <a:xfrm>
          <a:off x="1265" y="1305401"/>
          <a:ext cx="2073403" cy="274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kern="1200" dirty="0">
              <a:latin typeface="Dana DemiBold" panose="020B0604020202020204" charset="-78"/>
              <a:cs typeface="Dana DemiBold" panose="020B0604020202020204" charset="-78"/>
            </a:rPr>
            <a:t>نبود دیتاست</a:t>
          </a:r>
          <a:endParaRPr lang="en-US" sz="2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1265" y="1305401"/>
        <a:ext cx="2073403" cy="2741342"/>
      </dsp:txXfrm>
    </dsp:sp>
    <dsp:sp modelId="{8234639F-FB0F-480B-B3CA-BE26247CE8BF}">
      <dsp:nvSpPr>
        <dsp:cNvPr id="0" name=""/>
        <dsp:cNvSpPr/>
      </dsp:nvSpPr>
      <dsp:spPr>
        <a:xfrm>
          <a:off x="2074669" y="1305401"/>
          <a:ext cx="2073403" cy="274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kern="1200" dirty="0">
              <a:latin typeface="Dana DemiBold" panose="020B0604020202020204" charset="-78"/>
              <a:cs typeface="Dana DemiBold" panose="020B0604020202020204" charset="-78"/>
            </a:rPr>
            <a:t>کیفیت پایین تصاویر ورودی</a:t>
          </a:r>
          <a:endParaRPr lang="en-US" sz="2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2074669" y="1305401"/>
        <a:ext cx="2073403" cy="2741342"/>
      </dsp:txXfrm>
    </dsp:sp>
    <dsp:sp modelId="{FA73CDFA-9383-40CD-8E8A-24D1BC9F5E62}">
      <dsp:nvSpPr>
        <dsp:cNvPr id="0" name=""/>
        <dsp:cNvSpPr/>
      </dsp:nvSpPr>
      <dsp:spPr>
        <a:xfrm>
          <a:off x="4148073" y="1305401"/>
          <a:ext cx="2073403" cy="274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kern="1200" dirty="0">
              <a:latin typeface="Dana DemiBold" panose="020B0604020202020204" charset="-78"/>
              <a:cs typeface="Dana DemiBold" panose="020B0604020202020204" charset="-78"/>
            </a:rPr>
            <a:t>نبود ابزار ها برا زبان فارسی</a:t>
          </a:r>
          <a:endParaRPr lang="en-US" sz="2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4148073" y="1305401"/>
        <a:ext cx="2073403" cy="2741342"/>
      </dsp:txXfrm>
    </dsp:sp>
    <dsp:sp modelId="{74698769-1889-495E-89DE-EDCCDFEDDAB6}">
      <dsp:nvSpPr>
        <dsp:cNvPr id="0" name=""/>
        <dsp:cNvSpPr/>
      </dsp:nvSpPr>
      <dsp:spPr>
        <a:xfrm>
          <a:off x="6221476" y="1305401"/>
          <a:ext cx="2073403" cy="274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kern="1200" dirty="0">
              <a:latin typeface="Dana DemiBold" panose="020B0604020202020204" charset="-78"/>
              <a:cs typeface="Dana DemiBold" panose="020B0604020202020204" charset="-78"/>
            </a:rPr>
            <a:t>چرخش و پرسپکتیو</a:t>
          </a:r>
          <a:endParaRPr lang="en-US" sz="2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6221476" y="1305401"/>
        <a:ext cx="2073403" cy="2741342"/>
      </dsp:txXfrm>
    </dsp:sp>
    <dsp:sp modelId="{FB175DFD-B626-44A6-87C8-B3A6DFB8E7A4}">
      <dsp:nvSpPr>
        <dsp:cNvPr id="0" name=""/>
        <dsp:cNvSpPr/>
      </dsp:nvSpPr>
      <dsp:spPr>
        <a:xfrm>
          <a:off x="8294880" y="1305401"/>
          <a:ext cx="2073403" cy="27413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b="1" kern="1200" dirty="0">
            <a:latin typeface="Dana DemiBold" panose="020B0604020202020204" charset="-78"/>
            <a:cs typeface="Dana DemiBold" panose="020B0604020202020204" charset="-78"/>
          </a:endParaRP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1" kern="1200" dirty="0">
              <a:latin typeface="Dana DemiBold" panose="020B0604020202020204" charset="-78"/>
              <a:cs typeface="Dana DemiBold" panose="020B0604020202020204" charset="-78"/>
            </a:rPr>
            <a:t>تنوع زیاد در تصاویر ورودی</a:t>
          </a:r>
          <a:br>
            <a:rPr lang="fa-IR" sz="2600" kern="1200" dirty="0">
              <a:latin typeface="Dana DemiBold" panose="020B0604020202020204" charset="-78"/>
              <a:cs typeface="Dana DemiBold" panose="020B0604020202020204" charset="-78"/>
            </a:rPr>
          </a:br>
          <a:endParaRPr lang="en-US" sz="2600" kern="1200" dirty="0">
            <a:latin typeface="Dana DemiBold" panose="020B0604020202020204" charset="-78"/>
            <a:cs typeface="Dana DemiBold" panose="020B0604020202020204" charset="-78"/>
          </a:endParaRPr>
        </a:p>
      </dsp:txBody>
      <dsp:txXfrm>
        <a:off x="8294880" y="1305401"/>
        <a:ext cx="2073403" cy="2741342"/>
      </dsp:txXfrm>
    </dsp:sp>
    <dsp:sp modelId="{83C60233-29E9-43A9-9D8E-B024C8E004FE}">
      <dsp:nvSpPr>
        <dsp:cNvPr id="0" name=""/>
        <dsp:cNvSpPr/>
      </dsp:nvSpPr>
      <dsp:spPr>
        <a:xfrm>
          <a:off x="0" y="4046744"/>
          <a:ext cx="10369550" cy="30459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13D5A4-1E4A-A1FB-3DE0-6D5A88CB75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ADA27-FCDB-6146-F33E-583388DA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6CC3E-86CB-4B74-A5AD-452756F94DF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3A436-FFA6-8E40-1ECF-B25953B5BD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01B2C-1195-8FB5-FCE7-646393D564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D93C8-C696-48D4-923C-7CBB8C115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29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BE778-CBDD-4963-AD71-9BD311B61933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EBD1D-3DB5-4B29-BC31-CBF2FA77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6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09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3E6D-3A42-3B7B-56E9-DBEB448B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CE809-D28E-9A48-4F42-2EF3F3208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FBA7E-4053-6A11-3074-3DDBA166D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5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E42B-DC00-12AC-E582-37A75A2B54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2688" y="1561696"/>
            <a:ext cx="10451592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fa-IR"/>
              <a:t>عنوان را وارد کنید</a:t>
            </a:r>
            <a:endParaRPr lang="en-US"/>
          </a:p>
          <a:p>
            <a:pPr lvl="1"/>
            <a:r>
              <a:rPr lang="fa-IR"/>
              <a:t>زیرعنوان</a:t>
            </a:r>
            <a:endParaRPr lang="en-US"/>
          </a:p>
          <a:p>
            <a:pPr lvl="2"/>
            <a:r>
              <a:rPr lang="fa-IR"/>
              <a:t>زیر عنوان دوم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C827-BFA7-C3D6-B5C6-C03CD494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589A0B-89C0-976C-6E3A-92CA25827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9350" y="415977"/>
            <a:ext cx="7531100" cy="738352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a-IR"/>
              <a:t>عنوان اصلی را وارد کنید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4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F78AB4-9DA9-CDD6-3585-E5A47069ED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1555086"/>
            <a:ext cx="10369296" cy="4351338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fa-IR"/>
              <a:t>عنوان را وارد کنید</a:t>
            </a:r>
            <a:endParaRPr lang="en-US"/>
          </a:p>
          <a:p>
            <a:pPr lvl="1"/>
            <a:r>
              <a:rPr lang="fa-IR"/>
              <a:t>زیرعنوان</a:t>
            </a:r>
            <a:endParaRPr lang="en-US"/>
          </a:p>
          <a:p>
            <a:pPr lvl="2"/>
            <a:r>
              <a:rPr lang="fa-IR"/>
              <a:t>زیر عنوان دوم</a:t>
            </a:r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C7E70EA-361E-CB32-6430-70FBBB363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0" y="416006"/>
            <a:ext cx="7366000" cy="747186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a-IR"/>
              <a:t>عنوان اصلی را وارد کنید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A856733-61C8-BC9F-5C59-B606A59A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6875" y="6356350"/>
            <a:ext cx="2743200" cy="365125"/>
          </a:xfrm>
        </p:spPr>
        <p:txBody>
          <a:bodyPr/>
          <a:lstStyle/>
          <a:p>
            <a:fld id="{A027CDDD-3409-4AC1-AEF1-C0826BB6D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0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heme" Target="../theme/them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ibordevents.ir/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F1537F-CA57-4E05-4999-A5F4D868664E}"/>
              </a:ext>
            </a:extLst>
          </p:cNvPr>
          <p:cNvSpPr/>
          <p:nvPr userDrawn="1"/>
        </p:nvSpPr>
        <p:spPr>
          <a:xfrm>
            <a:off x="0" y="-34290"/>
            <a:ext cx="12192000" cy="68922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5259DE8-0C9E-AEE8-1160-C3D873263E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53"/>
          <a:stretch/>
        </p:blipFill>
        <p:spPr>
          <a:xfrm>
            <a:off x="1" y="-44451"/>
            <a:ext cx="12192000" cy="689228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48DA4-4C9C-C112-8EDB-8221409A7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9340" y="1561696"/>
            <a:ext cx="104882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a-IR"/>
              <a:t>عنوان را وارد کنید</a:t>
            </a:r>
            <a:endParaRPr lang="en-US"/>
          </a:p>
          <a:p>
            <a:pPr lvl="1"/>
            <a:r>
              <a:rPr lang="fa-IR"/>
              <a:t>زیرعنوان</a:t>
            </a:r>
          </a:p>
          <a:p>
            <a:pPr lvl="2"/>
            <a:r>
              <a:rPr lang="fa-IR"/>
              <a:t>زیر عنوان دوم</a:t>
            </a:r>
          </a:p>
          <a:p>
            <a:pPr lvl="2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A165C-D56A-F443-40D6-18D704261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68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7CDDD-3409-4AC1-AEF1-C0826BB6D8FA}" type="slidenum">
              <a:rPr lang="en-US" smtClean="0"/>
              <a:t>‹#›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CCC6E9A-EA54-416B-2DD1-6042441D6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" t="72423" r="3953"/>
          <a:stretch/>
        </p:blipFill>
        <p:spPr>
          <a:xfrm>
            <a:off x="0" y="5534411"/>
            <a:ext cx="12192000" cy="1334189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820E758F-855A-BEC3-0035-CDB7E2525A85}"/>
              </a:ext>
            </a:extLst>
          </p:cNvPr>
          <p:cNvGrpSpPr/>
          <p:nvPr userDrawn="1"/>
        </p:nvGrpSpPr>
        <p:grpSpPr>
          <a:xfrm>
            <a:off x="931078" y="239148"/>
            <a:ext cx="10436521" cy="1046096"/>
            <a:chOff x="224294" y="2856726"/>
            <a:chExt cx="11804915" cy="118325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D1CC636-F104-C014-4940-E5B4AAA7889C}"/>
                </a:ext>
              </a:extLst>
            </p:cNvPr>
            <p:cNvSpPr/>
            <p:nvPr/>
          </p:nvSpPr>
          <p:spPr>
            <a:xfrm>
              <a:off x="224294" y="2856726"/>
              <a:ext cx="1629458" cy="1183256"/>
            </a:xfrm>
            <a:custGeom>
              <a:avLst/>
              <a:gdLst>
                <a:gd name="connsiteX0" fmla="*/ 1629458 w 1629458"/>
                <a:gd name="connsiteY0" fmla="*/ 1183256 h 1183256"/>
                <a:gd name="connsiteX1" fmla="*/ 597188 w 1629458"/>
                <a:gd name="connsiteY1" fmla="*/ 1183256 h 1183256"/>
                <a:gd name="connsiteX2" fmla="*/ 45 w 1629458"/>
                <a:gd name="connsiteY2" fmla="*/ 602657 h 1183256"/>
                <a:gd name="connsiteX3" fmla="*/ 622915 w 1629458"/>
                <a:gd name="connsiteY3" fmla="*/ 0 h 1183256"/>
                <a:gd name="connsiteX4" fmla="*/ 1147616 w 1629458"/>
                <a:gd name="connsiteY4" fmla="*/ 358725 h 1183256"/>
                <a:gd name="connsiteX5" fmla="*/ 1466185 w 1629458"/>
                <a:gd name="connsiteY5" fmla="*/ 1033341 h 1183256"/>
                <a:gd name="connsiteX6" fmla="*/ 1629458 w 1629458"/>
                <a:gd name="connsiteY6" fmla="*/ 1183256 h 1183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9458" h="1183256">
                  <a:moveTo>
                    <a:pt x="1629458" y="1183256"/>
                  </a:moveTo>
                  <a:lnTo>
                    <a:pt x="597188" y="1183256"/>
                  </a:lnTo>
                  <a:cubicBezTo>
                    <a:pt x="273774" y="1183256"/>
                    <a:pt x="4222" y="926018"/>
                    <a:pt x="45" y="602657"/>
                  </a:cubicBezTo>
                  <a:cubicBezTo>
                    <a:pt x="-4238" y="274103"/>
                    <a:pt x="295351" y="0"/>
                    <a:pt x="622915" y="0"/>
                  </a:cubicBezTo>
                  <a:cubicBezTo>
                    <a:pt x="873406" y="0"/>
                    <a:pt x="1062700" y="138136"/>
                    <a:pt x="1147616" y="358725"/>
                  </a:cubicBezTo>
                  <a:cubicBezTo>
                    <a:pt x="1234460" y="584373"/>
                    <a:pt x="1318760" y="841718"/>
                    <a:pt x="1466185" y="1033341"/>
                  </a:cubicBezTo>
                  <a:lnTo>
                    <a:pt x="1629458" y="1183256"/>
                  </a:lnTo>
                  <a:close/>
                </a:path>
              </a:pathLst>
            </a:custGeom>
            <a:gradFill>
              <a:gsLst>
                <a:gs pos="0">
                  <a:srgbClr val="D0640A">
                    <a:lumMod val="100000"/>
                  </a:srgbClr>
                </a:gs>
                <a:gs pos="99000">
                  <a:srgbClr val="FFB469">
                    <a:lumMod val="96000"/>
                    <a:lumOff val="4000"/>
                  </a:srgbClr>
                </a:gs>
              </a:gsLst>
              <a:lin ang="16200000" scaled="0"/>
            </a:gradFill>
            <a:ln w="26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ACFB9ED-7C2A-FA13-6D91-7390418BFDC8}"/>
                </a:ext>
              </a:extLst>
            </p:cNvPr>
            <p:cNvSpPr/>
            <p:nvPr/>
          </p:nvSpPr>
          <p:spPr>
            <a:xfrm>
              <a:off x="10399751" y="2856726"/>
              <a:ext cx="1629458" cy="1183256"/>
            </a:xfrm>
            <a:custGeom>
              <a:avLst/>
              <a:gdLst>
                <a:gd name="connsiteX0" fmla="*/ 0 w 1629458"/>
                <a:gd name="connsiteY0" fmla="*/ 1183256 h 1183256"/>
                <a:gd name="connsiteX1" fmla="*/ 1032271 w 1629458"/>
                <a:gd name="connsiteY1" fmla="*/ 1183256 h 1183256"/>
                <a:gd name="connsiteX2" fmla="*/ 1629414 w 1629458"/>
                <a:gd name="connsiteY2" fmla="*/ 602657 h 1183256"/>
                <a:gd name="connsiteX3" fmla="*/ 1006545 w 1629458"/>
                <a:gd name="connsiteY3" fmla="*/ 0 h 1183256"/>
                <a:gd name="connsiteX4" fmla="*/ 481842 w 1629458"/>
                <a:gd name="connsiteY4" fmla="*/ 358725 h 1183256"/>
                <a:gd name="connsiteX5" fmla="*/ 163273 w 1629458"/>
                <a:gd name="connsiteY5" fmla="*/ 1033341 h 1183256"/>
                <a:gd name="connsiteX6" fmla="*/ 0 w 1629458"/>
                <a:gd name="connsiteY6" fmla="*/ 1183256 h 1183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9458" h="1183256">
                  <a:moveTo>
                    <a:pt x="0" y="1183256"/>
                  </a:moveTo>
                  <a:lnTo>
                    <a:pt x="1032271" y="1183256"/>
                  </a:lnTo>
                  <a:cubicBezTo>
                    <a:pt x="1355658" y="1183256"/>
                    <a:pt x="1625210" y="926018"/>
                    <a:pt x="1629414" y="602657"/>
                  </a:cubicBezTo>
                  <a:cubicBezTo>
                    <a:pt x="1633696" y="274103"/>
                    <a:pt x="1334108" y="0"/>
                    <a:pt x="1006545" y="0"/>
                  </a:cubicBezTo>
                  <a:cubicBezTo>
                    <a:pt x="756052" y="0"/>
                    <a:pt x="566758" y="138136"/>
                    <a:pt x="481842" y="358725"/>
                  </a:cubicBezTo>
                  <a:cubicBezTo>
                    <a:pt x="394999" y="584373"/>
                    <a:pt x="310699" y="841718"/>
                    <a:pt x="163273" y="1033341"/>
                  </a:cubicBezTo>
                  <a:lnTo>
                    <a:pt x="0" y="1183256"/>
                  </a:lnTo>
                  <a:close/>
                </a:path>
              </a:pathLst>
            </a:custGeom>
            <a:gradFill>
              <a:gsLst>
                <a:gs pos="0">
                  <a:srgbClr val="D0640A">
                    <a:lumMod val="100000"/>
                  </a:srgbClr>
                </a:gs>
                <a:gs pos="99000">
                  <a:srgbClr val="FFB469">
                    <a:lumMod val="96000"/>
                    <a:lumOff val="4000"/>
                  </a:srgbClr>
                </a:gs>
              </a:gsLst>
              <a:lin ang="16200000" scaled="0"/>
            </a:gradFill>
            <a:ln w="26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6709FF-DB34-3D65-E834-5291FD552E97}"/>
                </a:ext>
              </a:extLst>
            </p:cNvPr>
            <p:cNvSpPr/>
            <p:nvPr/>
          </p:nvSpPr>
          <p:spPr>
            <a:xfrm>
              <a:off x="1214981" y="2867434"/>
              <a:ext cx="9832963" cy="1161839"/>
            </a:xfrm>
            <a:custGeom>
              <a:avLst/>
              <a:gdLst>
                <a:gd name="connsiteX0" fmla="*/ 8143719 w 9832963"/>
                <a:gd name="connsiteY0" fmla="*/ 0 h 1161839"/>
                <a:gd name="connsiteX1" fmla="*/ 0 w 9832963"/>
                <a:gd name="connsiteY1" fmla="*/ 0 h 1161839"/>
                <a:gd name="connsiteX2" fmla="*/ 298250 w 9832963"/>
                <a:gd name="connsiteY2" fmla="*/ 425571 h 1161839"/>
                <a:gd name="connsiteX3" fmla="*/ 450815 w 9832963"/>
                <a:gd name="connsiteY3" fmla="*/ 818749 h 1161839"/>
                <a:gd name="connsiteX4" fmla="*/ 899971 w 9832963"/>
                <a:gd name="connsiteY4" fmla="*/ 1161331 h 1161839"/>
                <a:gd name="connsiteX5" fmla="*/ 921789 w 9832963"/>
                <a:gd name="connsiteY5" fmla="*/ 1161840 h 1161839"/>
                <a:gd name="connsiteX6" fmla="*/ 8911176 w 9832963"/>
                <a:gd name="connsiteY6" fmla="*/ 1161840 h 1161839"/>
                <a:gd name="connsiteX7" fmla="*/ 8932993 w 9832963"/>
                <a:gd name="connsiteY7" fmla="*/ 1161331 h 1161839"/>
                <a:gd name="connsiteX8" fmla="*/ 9382149 w 9832963"/>
                <a:gd name="connsiteY8" fmla="*/ 818749 h 1161839"/>
                <a:gd name="connsiteX9" fmla="*/ 9534714 w 9832963"/>
                <a:gd name="connsiteY9" fmla="*/ 425571 h 1161839"/>
                <a:gd name="connsiteX10" fmla="*/ 9832964 w 9832963"/>
                <a:gd name="connsiteY10" fmla="*/ 0 h 1161839"/>
                <a:gd name="connsiteX11" fmla="*/ 8143693 w 9832963"/>
                <a:gd name="connsiteY11" fmla="*/ 0 h 1161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832963" h="1161839">
                  <a:moveTo>
                    <a:pt x="8143719" y="0"/>
                  </a:moveTo>
                  <a:lnTo>
                    <a:pt x="0" y="0"/>
                  </a:lnTo>
                  <a:cubicBezTo>
                    <a:pt x="133638" y="93135"/>
                    <a:pt x="241256" y="242086"/>
                    <a:pt x="298250" y="425571"/>
                  </a:cubicBezTo>
                  <a:cubicBezTo>
                    <a:pt x="339236" y="557549"/>
                    <a:pt x="390234" y="688966"/>
                    <a:pt x="450815" y="818749"/>
                  </a:cubicBezTo>
                  <a:cubicBezTo>
                    <a:pt x="544539" y="1019581"/>
                    <a:pt x="712952" y="1153059"/>
                    <a:pt x="899971" y="1161331"/>
                  </a:cubicBezTo>
                  <a:cubicBezTo>
                    <a:pt x="907225" y="1161679"/>
                    <a:pt x="914480" y="1161840"/>
                    <a:pt x="921789" y="1161840"/>
                  </a:cubicBezTo>
                  <a:lnTo>
                    <a:pt x="8911176" y="1161840"/>
                  </a:lnTo>
                  <a:cubicBezTo>
                    <a:pt x="8918484" y="1161840"/>
                    <a:pt x="8925739" y="1161679"/>
                    <a:pt x="8932993" y="1161331"/>
                  </a:cubicBezTo>
                  <a:cubicBezTo>
                    <a:pt x="9120012" y="1153059"/>
                    <a:pt x="9288398" y="1019581"/>
                    <a:pt x="9382149" y="818749"/>
                  </a:cubicBezTo>
                  <a:cubicBezTo>
                    <a:pt x="9442731" y="688966"/>
                    <a:pt x="9493755" y="557522"/>
                    <a:pt x="9534714" y="425571"/>
                  </a:cubicBezTo>
                  <a:cubicBezTo>
                    <a:pt x="9591708" y="242086"/>
                    <a:pt x="9699352" y="93135"/>
                    <a:pt x="9832964" y="0"/>
                  </a:cubicBezTo>
                  <a:lnTo>
                    <a:pt x="8143693" y="0"/>
                  </a:lnTo>
                  <a:close/>
                </a:path>
              </a:pathLst>
            </a:custGeom>
            <a:gradFill>
              <a:gsLst>
                <a:gs pos="0">
                  <a:srgbClr val="D0640A">
                    <a:lumMod val="100000"/>
                  </a:srgbClr>
                </a:gs>
                <a:gs pos="99000">
                  <a:srgbClr val="FFB469">
                    <a:lumMod val="96000"/>
                    <a:lumOff val="4000"/>
                  </a:srgbClr>
                </a:gs>
              </a:gsLst>
              <a:lin ang="16200000" scaled="0"/>
            </a:gradFill>
            <a:ln w="26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E7549-1629-D516-E90A-5FA8AA56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654" y="401287"/>
            <a:ext cx="7555368" cy="74670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a-IR"/>
              <a:t>عنوان اصلی را وارد کنید</a:t>
            </a:r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B1A496F-F7D6-8D5F-0CB8-7CDBAC2C5A9B}"/>
              </a:ext>
            </a:extLst>
          </p:cNvPr>
          <p:cNvGrpSpPr/>
          <p:nvPr userDrawn="1"/>
        </p:nvGrpSpPr>
        <p:grpSpPr>
          <a:xfrm>
            <a:off x="1082906" y="322277"/>
            <a:ext cx="10068426" cy="868145"/>
            <a:chOff x="453993" y="425297"/>
            <a:chExt cx="11528324" cy="994024"/>
          </a:xfrm>
        </p:grpSpPr>
        <p:pic>
          <p:nvPicPr>
            <p:cNvPr id="31" name="Picture 30">
              <a:hlinkClick r:id="rId6"/>
              <a:extLst>
                <a:ext uri="{FF2B5EF4-FFF2-40B4-BE49-F238E27FC236}">
                  <a16:creationId xmlns:a16="http://schemas.microsoft.com/office/drawing/2014/main" id="{528438ED-FB32-A29E-50F7-E4451F2494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  <a14:imgEffect>
                        <a14:saturation sat="20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3993" y="559272"/>
              <a:ext cx="906443" cy="67404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9C89BF3-6795-D50A-ABC0-EC02CEEC5C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27096" y="425297"/>
              <a:ext cx="755221" cy="994024"/>
            </a:xfrm>
            <a:prstGeom prst="rect">
              <a:avLst/>
            </a:prstGeom>
          </p:spPr>
        </p:pic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6BDA460D-F15A-9C6E-1DAE-348AC09103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63"/>
          <a:stretch/>
        </p:blipFill>
        <p:spPr>
          <a:xfrm>
            <a:off x="879340" y="194622"/>
            <a:ext cx="417200" cy="115157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CB25CAA-8A44-CB04-BE7D-7C108C44DB0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63"/>
          <a:stretch/>
        </p:blipFill>
        <p:spPr>
          <a:xfrm flipH="1">
            <a:off x="11010466" y="194622"/>
            <a:ext cx="417200" cy="115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5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marL="0" indent="0" algn="ctr" defTabSz="914400" rtl="1" eaLnBrk="1" latinLnBrk="0" hangingPunct="1">
        <a:lnSpc>
          <a:spcPct val="90000"/>
        </a:lnSpc>
        <a:spcBef>
          <a:spcPct val="0"/>
        </a:spcBef>
        <a:buSzPct val="100000"/>
        <a:buFont typeface="Arial" panose="020B0604020202020204" pitchFamily="34" charset="0"/>
        <a:buNone/>
        <a:defRPr sz="2600" kern="1200">
          <a:solidFill>
            <a:schemeClr val="bg1"/>
          </a:solidFill>
          <a:latin typeface="Dana DemiBold" panose="00000700000000000000" pitchFamily="2" charset="-78"/>
          <a:ea typeface="+mj-ea"/>
          <a:cs typeface="Dana DemiBold" panose="00000700000000000000" pitchFamily="2" charset="-78"/>
        </a:defRPr>
      </a:lvl1pPr>
    </p:titleStyle>
    <p:bodyStyle>
      <a:lvl1pPr marL="285750" indent="-285750" algn="r" defTabSz="914400" rtl="1" eaLnBrk="1" latinLnBrk="0" hangingPunct="1">
        <a:lnSpc>
          <a:spcPct val="120000"/>
        </a:lnSpc>
        <a:spcBef>
          <a:spcPts val="1000"/>
        </a:spcBef>
        <a:buFontTx/>
        <a:buBlip>
          <a:blip r:embed="rId11"/>
        </a:buBlip>
        <a:defRPr sz="2000" kern="1200">
          <a:solidFill>
            <a:schemeClr val="bg1"/>
          </a:solidFill>
          <a:latin typeface="Dana DemiBold" panose="00000700000000000000" pitchFamily="2" charset="-78"/>
          <a:ea typeface="+mn-ea"/>
          <a:cs typeface="Dana DemiBold" panose="00000700000000000000" pitchFamily="2" charset="-78"/>
        </a:defRPr>
      </a:lvl1pPr>
      <a:lvl2pPr marL="457200" indent="-228600" algn="r" defTabSz="914400" rtl="1" eaLnBrk="1" latinLnBrk="0" hangingPunct="1">
        <a:lnSpc>
          <a:spcPct val="120000"/>
        </a:lnSpc>
        <a:spcBef>
          <a:spcPts val="500"/>
        </a:spcBef>
        <a:buFontTx/>
        <a:buBlip>
          <a:blip r:embed="rId11"/>
        </a:buBlip>
        <a:defRPr sz="1800" kern="1200">
          <a:solidFill>
            <a:schemeClr val="bg1"/>
          </a:solidFill>
          <a:latin typeface="Dana DemiBold" panose="00000700000000000000" pitchFamily="2" charset="-78"/>
          <a:ea typeface="+mn-ea"/>
          <a:cs typeface="Dana DemiBold" panose="00000700000000000000" pitchFamily="2" charset="-78"/>
        </a:defRPr>
      </a:lvl2pPr>
      <a:lvl3pPr marL="685800" indent="-228600" algn="r" defTabSz="914400" rtl="1" eaLnBrk="1" latinLnBrk="0" hangingPunct="1">
        <a:lnSpc>
          <a:spcPct val="120000"/>
        </a:lnSpc>
        <a:spcBef>
          <a:spcPts val="500"/>
        </a:spcBef>
        <a:buFontTx/>
        <a:buBlip>
          <a:blip r:embed="rId11"/>
        </a:buBlip>
        <a:defRPr sz="1200" kern="1200">
          <a:solidFill>
            <a:schemeClr val="bg1"/>
          </a:solidFill>
          <a:latin typeface="Dana DemiBold" panose="00000700000000000000" pitchFamily="2" charset="-78"/>
          <a:ea typeface="+mn-ea"/>
          <a:cs typeface="Dana DemiBold" panose="00000700000000000000" pitchFamily="2" charset="-78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5.jp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4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YCC/crnn-pytorch" TargetMode="External"/><Relationship Id="rId2" Type="http://schemas.openxmlformats.org/officeDocument/2006/relationships/hyperlink" Target="https://pillow.readthedocs.io/en/stable/reference/ImageDraw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ingvision.net/pytorch-crnn-seq2seq-digits-recognition-ctc" TargetMode="External"/><Relationship Id="rId5" Type="http://schemas.openxmlformats.org/officeDocument/2006/relationships/hyperlink" Target="https://medium.com/@maritaganta/how-to-properly-rotate-an-image-with-opencv-475e44a252f6" TargetMode="External"/><Relationship Id="rId4" Type="http://schemas.openxmlformats.org/officeDocument/2006/relationships/hyperlink" Target="https://medium.com/@saranshrajput/face-detection-using-mtcnn-f3948e5d1ac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3.wdp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B4CE955-78B0-2833-50BC-951093770111}"/>
              </a:ext>
            </a:extLst>
          </p:cNvPr>
          <p:cNvGrpSpPr/>
          <p:nvPr/>
        </p:nvGrpSpPr>
        <p:grpSpPr>
          <a:xfrm>
            <a:off x="0" y="-63769"/>
            <a:ext cx="12192000" cy="6921769"/>
            <a:chOff x="0" y="-63769"/>
            <a:chExt cx="12192000" cy="69217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2C5582D-76D3-2B2C-DF2D-AEBC00958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953"/>
            <a:stretch/>
          </p:blipFill>
          <p:spPr>
            <a:xfrm>
              <a:off x="0" y="-63769"/>
              <a:ext cx="12192000" cy="6921769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B972BAA-7DBE-EF8C-EB91-EEEE055EE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rcRect r="-1260"/>
            <a:stretch/>
          </p:blipFill>
          <p:spPr>
            <a:xfrm>
              <a:off x="6970176" y="1417081"/>
              <a:ext cx="4610969" cy="4023838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34DF354-4FE6-43FD-08D6-2B3448BD866C}"/>
                </a:ext>
              </a:extLst>
            </p:cNvPr>
            <p:cNvGrpSpPr/>
            <p:nvPr/>
          </p:nvGrpSpPr>
          <p:grpSpPr>
            <a:xfrm>
              <a:off x="109364" y="5869237"/>
              <a:ext cx="2646011" cy="971281"/>
              <a:chOff x="199996" y="5613338"/>
              <a:chExt cx="3164980" cy="116178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B4987391-CFFC-08BF-68B2-681819F827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9996" y="5613338"/>
                <a:ext cx="882678" cy="1161781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0C11052C-B2F7-9960-27AD-BEE77F644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333" b="22111"/>
              <a:stretch/>
            </p:blipFill>
            <p:spPr>
              <a:xfrm>
                <a:off x="1183390" y="5795791"/>
                <a:ext cx="2181586" cy="841741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C93EAE3-D704-5D7B-DE22-2CB14457DD19}"/>
              </a:ext>
            </a:extLst>
          </p:cNvPr>
          <p:cNvSpPr txBox="1"/>
          <p:nvPr/>
        </p:nvSpPr>
        <p:spPr>
          <a:xfrm>
            <a:off x="374635" y="2236506"/>
            <a:ext cx="6414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solidFill>
                  <a:schemeClr val="bg1"/>
                </a:solidFill>
                <a:latin typeface="Dana ExtraBold" panose="00000900000000000000" pitchFamily="2" charset="-78"/>
                <a:cs typeface="Dana ExtraBold" panose="00000900000000000000" pitchFamily="2" charset="-78"/>
              </a:rPr>
              <a:t>شاخه تخصصی پردازش تصویر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C6D89F-4C8F-BF9D-FCE0-6CFEBFD7EFB4}"/>
              </a:ext>
            </a:extLst>
          </p:cNvPr>
          <p:cNvSpPr txBox="1"/>
          <p:nvPr/>
        </p:nvSpPr>
        <p:spPr>
          <a:xfrm>
            <a:off x="1602948" y="4326469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400" dirty="0">
                <a:solidFill>
                  <a:schemeClr val="bg1"/>
                </a:solidFill>
                <a:latin typeface="Dana DemiBold" panose="00000700000000000000" pitchFamily="2" charset="-78"/>
                <a:cs typeface="Dana DemiBold" panose="00000700000000000000" pitchFamily="2" charset="-78"/>
              </a:rPr>
              <a:t>پایه یازدهم</a:t>
            </a:r>
          </a:p>
          <a:p>
            <a:pPr algn="ctr" rtl="1"/>
            <a:r>
              <a:rPr lang="fa-IR" sz="2400" dirty="0">
                <a:solidFill>
                  <a:schemeClr val="bg1"/>
                </a:solidFill>
                <a:latin typeface="Dana DemiBold" panose="00000700000000000000" pitchFamily="2" charset="-78"/>
                <a:cs typeface="Dana DemiBold" panose="00000700000000000000" pitchFamily="2" charset="-78"/>
              </a:rPr>
              <a:t>استان زنجان</a:t>
            </a:r>
          </a:p>
          <a:p>
            <a:pPr algn="ctr" rtl="1"/>
            <a:r>
              <a:rPr lang="fa-IR" sz="2400" dirty="0">
                <a:solidFill>
                  <a:schemeClr val="bg1"/>
                </a:solidFill>
                <a:latin typeface="Dana DemiBold" panose="00000700000000000000" pitchFamily="2" charset="-78"/>
                <a:cs typeface="Dana DemiBold" panose="00000700000000000000" pitchFamily="2" charset="-78"/>
              </a:rPr>
              <a:t>مدرسه شهید بهشتی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BAF21-70A6-FD26-490F-06B581BC99B5}"/>
              </a:ext>
            </a:extLst>
          </p:cNvPr>
          <p:cNvSpPr txBox="1"/>
          <p:nvPr/>
        </p:nvSpPr>
        <p:spPr>
          <a:xfrm>
            <a:off x="1580088" y="3308274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800" dirty="0">
                <a:solidFill>
                  <a:schemeClr val="bg1"/>
                </a:solidFill>
                <a:latin typeface="Dana DemiBold" panose="00000700000000000000" pitchFamily="2" charset="-78"/>
                <a:cs typeface="Dana DemiBold" panose="00000700000000000000" pitchFamily="2" charset="-78"/>
              </a:rPr>
              <a:t>گروه 39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3B32E8-BB45-BCA1-F820-9476EB30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8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09503D-245F-0ED6-5C67-4F928965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/>
              <a:t>معرفی اعضای گروه + تصاویر اعضا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66B19-5BB4-78F1-4971-AE5DB72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0B886-696B-FF14-6097-1AB4DBEB07EF}"/>
              </a:ext>
            </a:extLst>
          </p:cNvPr>
          <p:cNvSpPr txBox="1"/>
          <p:nvPr/>
        </p:nvSpPr>
        <p:spPr>
          <a:xfrm>
            <a:off x="7455266" y="1759590"/>
            <a:ext cx="3203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</a:rPr>
              <a:t>علی نجف پور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C54C8-E450-225E-A67F-C948AF3CE34C}"/>
              </a:ext>
            </a:extLst>
          </p:cNvPr>
          <p:cNvSpPr txBox="1"/>
          <p:nvPr/>
        </p:nvSpPr>
        <p:spPr>
          <a:xfrm>
            <a:off x="1909484" y="1759590"/>
            <a:ext cx="23846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solidFill>
                  <a:schemeClr val="bg1"/>
                </a:solidFill>
              </a:rPr>
              <a:t>رادین الماسی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E8835-3CB7-D8E0-2708-509A4B0D4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290" y="2839757"/>
            <a:ext cx="1857375" cy="342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DF4DC7-E6BA-7581-342A-CD664AB3D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532" y="2762379"/>
            <a:ext cx="1857375" cy="32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2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F925BD-B9DF-BBAF-5FEB-D80DCDF7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/>
              <a:t>معرفی مختصر مسئله</a:t>
            </a:r>
            <a:endParaRPr lang="en-US" sz="280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90CED5-D857-7136-8BCF-86DB22A4F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78958" y="2245658"/>
            <a:ext cx="6974958" cy="3512673"/>
          </a:xfrm>
        </p:spPr>
        <p:txBody>
          <a:bodyPr/>
          <a:lstStyle/>
          <a:p>
            <a:r>
              <a:rPr lang="fa-IR" dirty="0"/>
              <a:t>استخراج اطلاعات از کارت ملی</a:t>
            </a:r>
          </a:p>
          <a:p>
            <a:r>
              <a:rPr lang="fa-IR" dirty="0"/>
              <a:t>کارت ملی -</a:t>
            </a:r>
            <a:r>
              <a:rPr lang="fa-IR" dirty="0">
                <a:sym typeface="Wingdings" panose="05000000000000000000" pitchFamily="2" charset="2"/>
              </a:rPr>
              <a:t>---&gt; اطلاعات هویتی مهم</a:t>
            </a:r>
          </a:p>
          <a:p>
            <a:r>
              <a:rPr lang="fa-IR" dirty="0">
                <a:sym typeface="Wingdings" panose="05000000000000000000" pitchFamily="2" charset="2"/>
              </a:rPr>
              <a:t>اهمیت استخراج اطلاعات ---&gt; احراز هویت ، نظارت </a:t>
            </a:r>
          </a:p>
          <a:p>
            <a:r>
              <a:rPr lang="fa-IR" dirty="0">
                <a:sym typeface="Wingdings" panose="05000000000000000000" pitchFamily="2" charset="2"/>
              </a:rPr>
              <a:t>چرا استخراج دستی نه؟ 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fa-IR" dirty="0">
                <a:sym typeface="Wingdings" panose="05000000000000000000" pitchFamily="2" charset="2"/>
              </a:rPr>
              <a:t>موارد استفاده این پروژه؟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786E73-7D33-4FA4-B722-6088BBD78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82" y="2245658"/>
            <a:ext cx="4458541" cy="281406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7D51C7-9227-0212-C6CD-BE2B778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5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841A3-AA2E-669E-A788-13E219C6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/>
              <a:t>معرفی روش حل مسئله</a:t>
            </a:r>
            <a:endParaRPr lang="en-US" sz="28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D543FF9-2016-8D22-DE7A-C68C0F7A3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706419"/>
              </p:ext>
            </p:extLst>
          </p:nvPr>
        </p:nvGraphicFramePr>
        <p:xfrm>
          <a:off x="862564" y="1608910"/>
          <a:ext cx="618862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FF3CDCE-D1CA-444D-FB21-9CC34A591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2" t="24166" r="47764" b="20079"/>
          <a:stretch/>
        </p:blipFill>
        <p:spPr>
          <a:xfrm>
            <a:off x="3983505" y="1658471"/>
            <a:ext cx="1272344" cy="10130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E4BA11-EB52-40CC-3CA0-F6348393DB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662" y="3996552"/>
            <a:ext cx="1333127" cy="841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BA8B49-03A2-180A-C991-AFF0BA4BAB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529" y="5249965"/>
            <a:ext cx="1321209" cy="4261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097363-E69B-7EA8-684C-C5BC05589AB5}"/>
              </a:ext>
            </a:extLst>
          </p:cNvPr>
          <p:cNvSpPr txBox="1"/>
          <p:nvPr/>
        </p:nvSpPr>
        <p:spPr>
          <a:xfrm>
            <a:off x="9305365" y="5319628"/>
            <a:ext cx="16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9490549008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3C64D5C-7DCD-89EF-448E-A94F35F99ECC}"/>
              </a:ext>
            </a:extLst>
          </p:cNvPr>
          <p:cNvSpPr/>
          <p:nvPr/>
        </p:nvSpPr>
        <p:spPr>
          <a:xfrm>
            <a:off x="8641976" y="5319628"/>
            <a:ext cx="535268" cy="28687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35EB0-5C00-553F-DC66-4FE1A37C13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229" y="2738345"/>
            <a:ext cx="1333127" cy="9998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163A54-8AD2-692E-1EA3-83FAFE8470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1" t="254" r="45299" b="15374"/>
          <a:stretch/>
        </p:blipFill>
        <p:spPr>
          <a:xfrm>
            <a:off x="7310056" y="2738346"/>
            <a:ext cx="1532965" cy="1046233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7E4751E3-3F32-33E1-A9D4-1703817B421C}"/>
              </a:ext>
            </a:extLst>
          </p:cNvPr>
          <p:cNvSpPr/>
          <p:nvPr/>
        </p:nvSpPr>
        <p:spPr>
          <a:xfrm>
            <a:off x="6550226" y="3123855"/>
            <a:ext cx="500960" cy="26172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58BE91C-5BF5-B3B2-6620-639759E1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4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6" grpId="0"/>
      <p:bldP spid="19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9CE0C0B-55B9-1E95-C7F8-B3DD5AFA4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349617"/>
              </p:ext>
            </p:extLst>
          </p:nvPr>
        </p:nvGraphicFramePr>
        <p:xfrm>
          <a:off x="914400" y="1555750"/>
          <a:ext cx="1036955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673EC73-67ED-124F-FC26-24F9B5831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 dirty="0"/>
              <a:t>معرفی مسئله و چالش‌های پیشبینی شده</a:t>
            </a: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E4C28-65D7-8613-2D8E-00093FC5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0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672448-8E33-6761-D213-CC23A21B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دیتاست اولیه حدود 50 عکس از اطرافیان</a:t>
            </a:r>
            <a:r>
              <a:rPr lang="en-US" dirty="0"/>
              <a:t> </a:t>
            </a:r>
            <a:r>
              <a:rPr lang="fa-IR" dirty="0"/>
              <a:t>و اینترنت</a:t>
            </a:r>
          </a:p>
          <a:p>
            <a:r>
              <a:rPr lang="fa-IR" dirty="0"/>
              <a:t>استفاده از </a:t>
            </a:r>
            <a:r>
              <a:rPr lang="en-US" dirty="0" err="1"/>
              <a:t>roboflow</a:t>
            </a:r>
            <a:r>
              <a:rPr lang="fa-IR" dirty="0"/>
              <a:t> و دیتاست های موجود در آن</a:t>
            </a:r>
          </a:p>
          <a:p>
            <a:r>
              <a:rPr lang="fa-IR" dirty="0"/>
              <a:t>دیتاست های مراحل فاز 1 و2 </a:t>
            </a:r>
          </a:p>
          <a:p>
            <a:r>
              <a:rPr lang="fa-IR" dirty="0"/>
              <a:t>ساخت و تولید تصاویری برای بهینه سازی مدل </a:t>
            </a:r>
            <a:r>
              <a:rPr lang="en-US" dirty="0"/>
              <a:t>OCR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6FF909-F1E5-A012-C17E-D581B335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397718"/>
            <a:ext cx="7940040" cy="747186"/>
          </a:xfrm>
        </p:spPr>
        <p:txBody>
          <a:bodyPr>
            <a:normAutofit/>
          </a:bodyPr>
          <a:lstStyle/>
          <a:p>
            <a:r>
              <a:rPr lang="fa-IR" sz="2400"/>
              <a:t>معرفی دیتاست‌ها (داده‌ها) مورد بررسی قرار گرفته و نتایج آن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D523C-312F-D4DD-4CB7-36427AA62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40" y="1772444"/>
            <a:ext cx="2987488" cy="10456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D4EC5E-D5D8-E76C-A9B9-DB75CB0AF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40" y="3228247"/>
            <a:ext cx="2987488" cy="963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14146-0A82-A6E9-1E25-250CA914F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684" y="3810175"/>
            <a:ext cx="3995609" cy="26350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F7E65-221E-F37B-2702-7C2E78A2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6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982D3-F9B0-42E6-55C7-7080370EA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چرخش برای عکس ها بین 0 تا 15 درجه</a:t>
            </a:r>
          </a:p>
          <a:p>
            <a:r>
              <a:rPr lang="fa-IR" dirty="0"/>
              <a:t>بلور کردن تصاویر با شعاع 1.3</a:t>
            </a:r>
          </a:p>
          <a:p>
            <a:r>
              <a:rPr lang="fa-IR" dirty="0"/>
              <a:t>تغییر روشنایی تصاویر 1.5 برابر</a:t>
            </a:r>
          </a:p>
          <a:p>
            <a:r>
              <a:rPr lang="fa-IR" dirty="0"/>
              <a:t>تغییر پرسپکتیو عکس ها</a:t>
            </a:r>
            <a:endParaRPr lang="en-US" dirty="0"/>
          </a:p>
          <a:p>
            <a:r>
              <a:rPr lang="fa-IR" dirty="0"/>
              <a:t>شارپنس روی عکس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F1B734-38A6-E0D3-1C45-6E669CBA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/>
              <a:t>بیان تمام مراحل پیش پردازش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43CE8-CB7F-57E5-BE49-5E353ABA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19" y="4106667"/>
            <a:ext cx="4037358" cy="2461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744DA9-0958-6007-605B-813C413D6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19" y="1360261"/>
            <a:ext cx="4040883" cy="25504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4FBCC-1A15-C32E-9A37-5EAB38FF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2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13E82E-E75E-0992-00BE-45CCF1F63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Bounding box -</a:t>
            </a:r>
            <a:r>
              <a:rPr lang="en-US" dirty="0">
                <a:sym typeface="Wingdings" panose="05000000000000000000" pitchFamily="2" charset="2"/>
              </a:rPr>
              <a:t> segmentation</a:t>
            </a:r>
            <a:endParaRPr lang="fa-IR" dirty="0">
              <a:sym typeface="Wingdings" panose="05000000000000000000" pitchFamily="2" charset="2"/>
            </a:endParaRPr>
          </a:p>
          <a:p>
            <a:r>
              <a:rPr lang="fa-IR" dirty="0">
                <a:sym typeface="Wingdings" panose="05000000000000000000" pitchFamily="2" charset="2"/>
              </a:rPr>
              <a:t>گوشه یابی ----&gt; تشخیص چهره ----&gt; پیداکردن یک خط مشخص ---&gt; تشخیص چهره</a:t>
            </a:r>
            <a:endParaRPr lang="en-US" dirty="0"/>
          </a:p>
          <a:p>
            <a:r>
              <a:rPr lang="en-US" dirty="0"/>
              <a:t>MTCNN -</a:t>
            </a:r>
            <a:r>
              <a:rPr lang="en-US" dirty="0">
                <a:sym typeface="Wingdings" panose="05000000000000000000" pitchFamily="2" charset="2"/>
              </a:rPr>
              <a:t> YOLO </a:t>
            </a:r>
            <a:r>
              <a:rPr lang="en-US" dirty="0"/>
              <a:t>-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bufallo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Easyocr</a:t>
            </a:r>
            <a:r>
              <a:rPr lang="en-US" dirty="0">
                <a:sym typeface="Wingdings" panose="05000000000000000000" pitchFamily="2" charset="2"/>
              </a:rPr>
              <a:t> -</a:t>
            </a:r>
            <a:r>
              <a:rPr lang="en-US" dirty="0" err="1">
                <a:sym typeface="Wingdings" panose="05000000000000000000" pitchFamily="2" charset="2"/>
              </a:rPr>
              <a:t>hezar</a:t>
            </a:r>
            <a:r>
              <a:rPr lang="en-US" dirty="0">
                <a:sym typeface="Wingdings" panose="05000000000000000000" pitchFamily="2" charset="2"/>
              </a:rPr>
              <a:t> - finetune </a:t>
            </a:r>
            <a:r>
              <a:rPr lang="en-US" dirty="0" err="1">
                <a:sym typeface="Wingdings" panose="05000000000000000000" pitchFamily="2" charset="2"/>
              </a:rPr>
              <a:t>hezar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B879AD-6007-6BA2-9C3B-10322F90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97718"/>
            <a:ext cx="8023860" cy="747186"/>
          </a:xfrm>
        </p:spPr>
        <p:txBody>
          <a:bodyPr>
            <a:normAutofit fontScale="90000"/>
          </a:bodyPr>
          <a:lstStyle/>
          <a:p>
            <a:r>
              <a:rPr lang="fa-IR" dirty="0"/>
              <a:t>بیان تمام مراحل موفق و ناموفق، چالش‌ها، راه‌حل‌ها و خود ارزیابی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F46CA-E7FF-73AB-85A4-3C1176FF0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4" r="35299"/>
          <a:stretch/>
        </p:blipFill>
        <p:spPr>
          <a:xfrm>
            <a:off x="1844631" y="3802817"/>
            <a:ext cx="3250603" cy="2657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41255-D82C-21E1-1AB0-CBD234EA4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3" r="36271"/>
          <a:stretch/>
        </p:blipFill>
        <p:spPr>
          <a:xfrm>
            <a:off x="7096767" y="3799446"/>
            <a:ext cx="3091173" cy="266083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286048-A743-F87D-7BE8-4BDD7650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2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795B1-2247-B37D-3619-1FD0D014B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1"/>
          <a:stretch/>
        </p:blipFill>
        <p:spPr>
          <a:xfrm>
            <a:off x="240172" y="1665563"/>
            <a:ext cx="5300016" cy="144575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1B3371-66CD-BABD-FB95-C7857AB99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12" y="416006"/>
            <a:ext cx="8462681" cy="747186"/>
          </a:xfrm>
        </p:spPr>
        <p:txBody>
          <a:bodyPr>
            <a:normAutofit fontScale="90000"/>
          </a:bodyPr>
          <a:lstStyle/>
          <a:p>
            <a:r>
              <a:rPr lang="fa-IR" dirty="0"/>
              <a:t>بیان تمام مراحل موفق و ناموفق، چالش‌ها، راه‌حل‌ها و خود ارزیابی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2080E9-8210-48D9-DEE2-E3A2753C9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1" t="10123"/>
          <a:stretch/>
        </p:blipFill>
        <p:spPr>
          <a:xfrm>
            <a:off x="240172" y="3252221"/>
            <a:ext cx="5300016" cy="1387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C2359C-7B1A-D82D-DCC6-549F6AEC1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1" r="1971"/>
          <a:stretch/>
        </p:blipFill>
        <p:spPr>
          <a:xfrm>
            <a:off x="240172" y="4780695"/>
            <a:ext cx="5300016" cy="1446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A6BEAC-9A61-5102-DA2C-D0EED476C176}"/>
              </a:ext>
            </a:extLst>
          </p:cNvPr>
          <p:cNvSpPr txBox="1"/>
          <p:nvPr/>
        </p:nvSpPr>
        <p:spPr>
          <a:xfrm>
            <a:off x="4742327" y="2019283"/>
            <a:ext cx="3281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Dana DemiBold" panose="020B0604020202020204" charset="-78"/>
                <a:cs typeface="Dana DemiBold" panose="020B0604020202020204" charset="-78"/>
              </a:rPr>
              <a:t>YOLO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BFD74-3860-8DC1-037A-5676B40E7FD4}"/>
              </a:ext>
            </a:extLst>
          </p:cNvPr>
          <p:cNvSpPr txBox="1"/>
          <p:nvPr/>
        </p:nvSpPr>
        <p:spPr>
          <a:xfrm>
            <a:off x="3442447" y="51924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Dana DemiBold" panose="020B0604020202020204" charset="-78"/>
                <a:cs typeface="Dana DemiBold" panose="020B0604020202020204" charset="-78"/>
              </a:rPr>
              <a:t>Bufflao</a:t>
            </a:r>
            <a:endParaRPr lang="en-US" sz="3200" dirty="0">
              <a:solidFill>
                <a:schemeClr val="bg1"/>
              </a:solidFill>
              <a:latin typeface="Dana DemiBold" panose="020B0604020202020204" charset="-78"/>
              <a:cs typeface="Dana DemiBold" panose="020B0604020202020204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9D70F-7FD8-74D3-0F2A-9157D169941C}"/>
              </a:ext>
            </a:extLst>
          </p:cNvPr>
          <p:cNvSpPr txBox="1"/>
          <p:nvPr/>
        </p:nvSpPr>
        <p:spPr>
          <a:xfrm>
            <a:off x="3433482" y="362846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Dana DemiBold" panose="020B0604020202020204" charset="-78"/>
                <a:cs typeface="Dana DemiBold" panose="020B0604020202020204" charset="-78"/>
              </a:rPr>
              <a:t>MTCNN</a:t>
            </a:r>
          </a:p>
        </p:txBody>
      </p:sp>
      <p:pic>
        <p:nvPicPr>
          <p:cNvPr id="17" name="Picture 16" descr="A blue and white chart&#10;&#10;AI-generated content may be incorrect.">
            <a:extLst>
              <a:ext uri="{FF2B5EF4-FFF2-40B4-BE49-F238E27FC236}">
                <a16:creationId xmlns:a16="http://schemas.microsoft.com/office/drawing/2014/main" id="{B908DE4A-186C-85E0-4711-9D6BAA0949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747" y="1574934"/>
            <a:ext cx="2994591" cy="224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8DCAE8-6A30-AB38-547F-3E452B1BD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748" y="4114665"/>
            <a:ext cx="2994590" cy="224594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51D71-10FB-43E5-B6B1-4D938738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2F4607-6F7F-1A62-379B-ED8C6285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draw module: Draws</a:t>
            </a:r>
            <a:endParaRPr lang="fa-IR" dirty="0">
              <a:solidFill>
                <a:schemeClr val="accent4">
                  <a:lumMod val="75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algn="ctr">
              <a:buNone/>
            </a:pPr>
            <a:r>
              <a:rPr lang="en-US" b="1" dirty="0">
                <a:hlinkClick r:id="rId4"/>
              </a:rPr>
              <a:t>Face Detection using MTCNN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hlinkClick r:id="rId5"/>
              </a:rPr>
              <a:t>How to properly rotate an image with OpenCV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 err="1">
                <a:hlinkClick r:id="rId6"/>
              </a:rPr>
              <a:t>Pytorch</a:t>
            </a:r>
            <a:r>
              <a:rPr lang="en-US" b="1" dirty="0">
                <a:hlinkClick r:id="rId6"/>
              </a:rPr>
              <a:t> CRNN</a:t>
            </a:r>
            <a:endParaRPr lang="en-US" b="1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619AF9-1C83-AEA8-7F1D-AED9E68D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 dirty="0"/>
              <a:t>معرفی مقالات و پژوهش‌های انجام شده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4F86C-6EB1-0DE2-8D51-8403372E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1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79B6CD-8490-3857-DD98-61D30EDD6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وصل شدن به دیتابیس ها برای تطبیق اطلاعات </a:t>
            </a:r>
          </a:p>
          <a:p>
            <a:r>
              <a:rPr lang="fa-IR" dirty="0"/>
              <a:t>تحلیل کدملی و تاریخ تولد و ... برای اعتبارسنجی و صحت</a:t>
            </a:r>
            <a:r>
              <a:rPr lang="en-US" dirty="0"/>
              <a:t> </a:t>
            </a:r>
            <a:r>
              <a:rPr lang="fa-IR" dirty="0"/>
              <a:t>سنجی</a:t>
            </a:r>
          </a:p>
          <a:p>
            <a:r>
              <a:rPr lang="fa-IR" dirty="0"/>
              <a:t>تشخیص واقعی بودن کارت ملی اسکریت شات بودن عکس دستکاری نشدن عکس</a:t>
            </a:r>
          </a:p>
          <a:p>
            <a:r>
              <a:rPr lang="fa-IR" dirty="0"/>
              <a:t>افزایش دقت مدل </a:t>
            </a:r>
            <a:r>
              <a:rPr lang="en-US" dirty="0"/>
              <a:t> OCR</a:t>
            </a:r>
            <a:r>
              <a:rPr lang="fa-IR" dirty="0"/>
              <a:t>یا ساخت یک مدل جدید از صفر برای بهبود عملکرد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4315EF-3AB2-65EE-0DF5-09A418DF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a-IR" sz="2800"/>
              <a:t>بیان ایده‌ها برای توسعه و بهبود آینده پروژه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822B7-A995-4B19-FB44-6551F5E96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30" y="3952960"/>
            <a:ext cx="2125112" cy="2125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43E29F-D3AD-77D0-B441-B5EA8ACAC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945" y="4023078"/>
            <a:ext cx="3544420" cy="19848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DA67F-A84C-6784-57D9-8B34CDF8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2D51-6ABC-E8CD-902F-D232E4D3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8146884-8820-5DBB-4E73-54DBED2280C9}"/>
              </a:ext>
            </a:extLst>
          </p:cNvPr>
          <p:cNvGrpSpPr/>
          <p:nvPr/>
        </p:nvGrpSpPr>
        <p:grpSpPr>
          <a:xfrm>
            <a:off x="0" y="-63769"/>
            <a:ext cx="12192000" cy="6921769"/>
            <a:chOff x="0" y="-63769"/>
            <a:chExt cx="12192000" cy="69217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8B0BE84-5DE2-ABAE-733A-9C61FC814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953"/>
            <a:stretch/>
          </p:blipFill>
          <p:spPr>
            <a:xfrm>
              <a:off x="0" y="-63769"/>
              <a:ext cx="12192000" cy="6921769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804C47-22D3-1876-6880-60926E3908BE}"/>
                </a:ext>
              </a:extLst>
            </p:cNvPr>
            <p:cNvGrpSpPr/>
            <p:nvPr/>
          </p:nvGrpSpPr>
          <p:grpSpPr>
            <a:xfrm>
              <a:off x="3744287" y="222818"/>
              <a:ext cx="4276704" cy="6424778"/>
              <a:chOff x="3744287" y="222818"/>
              <a:chExt cx="4276704" cy="642477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6D2CE1B5-BBA8-C576-12E8-ACCC0A265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100000"/>
                        </a14:imgEffect>
                        <a14:imgEffect>
                          <a14:brightnessContrast bright="100000" contrast="100000"/>
                        </a14:imgEffect>
                      </a14:imgLayer>
                    </a14:imgProps>
                  </a:ext>
                </a:extLst>
              </a:blip>
              <a:srcRect b="26310"/>
              <a:stretch/>
            </p:blipFill>
            <p:spPr>
              <a:xfrm>
                <a:off x="4858199" y="4764691"/>
                <a:ext cx="1971531" cy="1493841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9C30C8-75C6-2A2E-EBDE-CDE851A2EF66}"/>
                  </a:ext>
                </a:extLst>
              </p:cNvPr>
              <p:cNvSpPr txBox="1"/>
              <p:nvPr/>
            </p:nvSpPr>
            <p:spPr>
              <a:xfrm>
                <a:off x="4580386" y="6324751"/>
                <a:ext cx="2604507" cy="322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 rt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fa-IR" sz="1400" b="1">
                    <a:solidFill>
                      <a:schemeClr val="bg1"/>
                    </a:solidFill>
                    <a:latin typeface="IRANYekan" panose="020B0506030804020204" pitchFamily="34" charset="-78"/>
                    <a:ea typeface="Calibri" panose="020F0502020204030204" pitchFamily="34" charset="0"/>
                    <a:cs typeface="IRANYekan" panose="020B0506030804020204" pitchFamily="34" charset="-78"/>
                  </a:rPr>
                  <a:t>واحد</a:t>
                </a:r>
                <a:r>
                  <a:rPr lang="fa-IR" sz="1400" b="1">
                    <a:solidFill>
                      <a:schemeClr val="bg1"/>
                    </a:solidFill>
                    <a:effectLst/>
                    <a:latin typeface="IRANYekan" panose="020B0506030804020204" pitchFamily="34" charset="-78"/>
                    <a:ea typeface="Calibri" panose="020F0502020204030204" pitchFamily="34" charset="0"/>
                    <a:cs typeface="IRANYekan" panose="020B0506030804020204" pitchFamily="34" charset="-78"/>
                  </a:rPr>
                  <a:t> دانش‎آموزی آکادمی همراه</a:t>
                </a:r>
                <a:endParaRPr lang="en-US" sz="1400" dirty="0">
                  <a:solidFill>
                    <a:schemeClr val="bg1"/>
                  </a:solidFill>
                  <a:effectLst/>
                  <a:latin typeface="IRANYekan" panose="020B0506030804020204" pitchFamily="34" charset="-78"/>
                  <a:ea typeface="Calibri" panose="020F0502020204030204" pitchFamily="34" charset="0"/>
                  <a:cs typeface="IRANYekan" panose="020B0506030804020204" pitchFamily="34" charset="-78"/>
                </a:endParaRP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6CA6DA8-89E4-C670-A639-0640BAC86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4287" y="222818"/>
                <a:ext cx="4276704" cy="2702711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F7C5CF6-693C-61D4-BEF7-D7C668E4559C}"/>
              </a:ext>
            </a:extLst>
          </p:cNvPr>
          <p:cNvSpPr txBox="1"/>
          <p:nvPr/>
        </p:nvSpPr>
        <p:spPr>
          <a:xfrm>
            <a:off x="2350769" y="3783463"/>
            <a:ext cx="7063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>
                <a:solidFill>
                  <a:schemeClr val="bg1"/>
                </a:solidFill>
                <a:latin typeface="Dana ExtraBold" panose="00000900000000000000" pitchFamily="2" charset="-78"/>
                <a:cs typeface="Dana ExtraBold" panose="00000900000000000000" pitchFamily="2" charset="-78"/>
              </a:rPr>
              <a:t>صفحه پایان و خداحافظی و تشکر از داوران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5CEAA-74AE-0E67-5509-A6116BBC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CDDD-3409-4AC1-AEF1-C0826BB6D8F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61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p">
  <a:themeElements>
    <a:clrScheme name="Custom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FAA61A"/>
      </a:accent2>
      <a:accent3>
        <a:srgbClr val="A5A5A5"/>
      </a:accent3>
      <a:accent4>
        <a:srgbClr val="00CDE0"/>
      </a:accent4>
      <a:accent5>
        <a:srgbClr val="0070C0"/>
      </a:accent5>
      <a:accent6>
        <a:srgbClr val="70AD47"/>
      </a:accent6>
      <a:hlink>
        <a:srgbClr val="32ABB8"/>
      </a:hlink>
      <a:folHlink>
        <a:srgbClr val="02316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</TotalTime>
  <Words>354</Words>
  <Application>Microsoft Office PowerPoint</Application>
  <PresentationFormat>Widescreen</PresentationFormat>
  <Paragraphs>80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Dana ExtraBold</vt:lpstr>
      <vt:lpstr>Wingdings</vt:lpstr>
      <vt:lpstr>Arial</vt:lpstr>
      <vt:lpstr>Calibri</vt:lpstr>
      <vt:lpstr>Dana DemiBold</vt:lpstr>
      <vt:lpstr>IRANYekan</vt:lpstr>
      <vt:lpstr>temp</vt:lpstr>
      <vt:lpstr>PowerPoint Presentation</vt:lpstr>
      <vt:lpstr>معرفی اعضای گروه + تصاویر اعضا</vt:lpstr>
      <vt:lpstr>معرفی مختصر مسئله</vt:lpstr>
      <vt:lpstr>معرفی روش حل مسئله</vt:lpstr>
      <vt:lpstr>معرفی مسئله و چالش‌های پیشبینی شده</vt:lpstr>
      <vt:lpstr>معرفی دیتاست‌ها (داده‌ها) مورد بررسی قرار گرفته و نتایج آن</vt:lpstr>
      <vt:lpstr>بیان تمام مراحل پیش پردازش</vt:lpstr>
      <vt:lpstr>بیان تمام مراحل موفق و ناموفق، چالش‌ها، راه‌حل‌ها و خود ارزیابی</vt:lpstr>
      <vt:lpstr>بیان تمام مراحل موفق و ناموفق، چالش‌ها، راه‌حل‌ها و خود ارزیابی</vt:lpstr>
      <vt:lpstr>معرفی مقالات و پژوهش‌های انجام شده</vt:lpstr>
      <vt:lpstr>بیان ایده‌ها برای توسعه و بهبود آینده پروژه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radin almasi</cp:lastModifiedBy>
  <cp:revision>63</cp:revision>
  <dcterms:created xsi:type="dcterms:W3CDTF">2023-05-30T07:46:25Z</dcterms:created>
  <dcterms:modified xsi:type="dcterms:W3CDTF">2025-05-09T05:43:38Z</dcterms:modified>
</cp:coreProperties>
</file>